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9"/>
  </p:notesMasterIdLst>
  <p:sldIdLst>
    <p:sldId id="277"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8" r:id="rId23"/>
    <p:sldId id="279" r:id="rId24"/>
    <p:sldId id="273" r:id="rId25"/>
    <p:sldId id="274" r:id="rId26"/>
    <p:sldId id="275" r:id="rId27"/>
    <p:sldId id="276" r:id="rId28"/>
  </p:sldIdLst>
  <p:sldSz cx="12192000" cy="6858000"/>
  <p:notesSz cx="6858000" cy="9144000"/>
  <p:embeddedFontLst>
    <p:embeddedFont>
      <p:font typeface="Play" panose="020B0604020202020204" charset="0"/>
      <p:regular r:id="rId30"/>
      <p:bold r:id="rId31"/>
    </p:embeddedFont>
    <p:embeddedFont>
      <p:font typeface="Roboto" panose="02000000000000000000" pitchFamily="2"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gMkXBsORbShs7JZN5QdmU7jH+n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3706C-7B34-40BB-A7E6-C3F22060B69D}" v="1" dt="2026-10-28T01:24:37.627"/>
  </p1510:revLst>
</p1510:revInfo>
</file>

<file path=ppt/tableStyles.xml><?xml version="1.0" encoding="utf-8"?>
<a:tblStyleLst xmlns:a="http://schemas.openxmlformats.org/drawingml/2006/main" def="{E5B5EC9E-9983-4339-AEF5-35140938B591}">
  <a:tblStyle styleId="{E5B5EC9E-9983-4339-AEF5-35140938B59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FB279D3-E1D9-4619-B171-F6227F3B06D3}"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42"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ah Brown" userId="c19fa0da-a98e-401c-a4d8-baee66dd4639" providerId="ADAL" clId="{131A1677-E85F-447F-B172-C2C5C7B105E7}"/>
    <pc:docChg chg="undo custSel addSld delSld modSld">
      <pc:chgData name="Noah Brown" userId="c19fa0da-a98e-401c-a4d8-baee66dd4639" providerId="ADAL" clId="{131A1677-E85F-447F-B172-C2C5C7B105E7}" dt="2026-10-28T01:25:58.909" v="5310" actId="20577"/>
      <pc:docMkLst>
        <pc:docMk/>
      </pc:docMkLst>
      <pc:sldChg chg="addSp delSp modSp mod">
        <pc:chgData name="Noah Brown" userId="c19fa0da-a98e-401c-a4d8-baee66dd4639" providerId="ADAL" clId="{131A1677-E85F-447F-B172-C2C5C7B105E7}" dt="2026-10-11T23:12:12.385" v="440" actId="20577"/>
        <pc:sldMkLst>
          <pc:docMk/>
          <pc:sldMk cId="0" sldId="261"/>
        </pc:sldMkLst>
        <pc:spChg chg="add del mod">
          <ac:chgData name="Noah Brown" userId="c19fa0da-a98e-401c-a4d8-baee66dd4639" providerId="ADAL" clId="{131A1677-E85F-447F-B172-C2C5C7B105E7}" dt="2026-10-11T23:07:52.987" v="161" actId="20577"/>
          <ac:spMkLst>
            <pc:docMk/>
            <pc:sldMk cId="0" sldId="261"/>
            <ac:spMk id="212" creationId="{00000000-0000-0000-0000-000000000000}"/>
          </ac:spMkLst>
        </pc:spChg>
        <pc:spChg chg="mod">
          <ac:chgData name="Noah Brown" userId="c19fa0da-a98e-401c-a4d8-baee66dd4639" providerId="ADAL" clId="{131A1677-E85F-447F-B172-C2C5C7B105E7}" dt="2026-10-11T23:12:12.385" v="440" actId="20577"/>
          <ac:spMkLst>
            <pc:docMk/>
            <pc:sldMk cId="0" sldId="261"/>
            <ac:spMk id="213" creationId="{00000000-0000-0000-0000-000000000000}"/>
          </ac:spMkLst>
        </pc:spChg>
        <pc:spChg chg="mod">
          <ac:chgData name="Noah Brown" userId="c19fa0da-a98e-401c-a4d8-baee66dd4639" providerId="ADAL" clId="{131A1677-E85F-447F-B172-C2C5C7B105E7}" dt="2026-10-11T23:11:46.856" v="421" actId="20577"/>
          <ac:spMkLst>
            <pc:docMk/>
            <pc:sldMk cId="0" sldId="261"/>
            <ac:spMk id="214" creationId="{00000000-0000-0000-0000-000000000000}"/>
          </ac:spMkLst>
        </pc:spChg>
        <pc:spChg chg="mod">
          <ac:chgData name="Noah Brown" userId="c19fa0da-a98e-401c-a4d8-baee66dd4639" providerId="ADAL" clId="{131A1677-E85F-447F-B172-C2C5C7B105E7}" dt="2026-10-11T23:11:22.358" v="396" actId="20577"/>
          <ac:spMkLst>
            <pc:docMk/>
            <pc:sldMk cId="0" sldId="261"/>
            <ac:spMk id="215" creationId="{00000000-0000-0000-0000-000000000000}"/>
          </ac:spMkLst>
        </pc:spChg>
        <pc:spChg chg="mod">
          <ac:chgData name="Noah Brown" userId="c19fa0da-a98e-401c-a4d8-baee66dd4639" providerId="ADAL" clId="{131A1677-E85F-447F-B172-C2C5C7B105E7}" dt="2026-10-11T23:10:13.144" v="322" actId="20577"/>
          <ac:spMkLst>
            <pc:docMk/>
            <pc:sldMk cId="0" sldId="261"/>
            <ac:spMk id="216" creationId="{00000000-0000-0000-0000-000000000000}"/>
          </ac:spMkLst>
        </pc:spChg>
        <pc:spChg chg="mod">
          <ac:chgData name="Noah Brown" userId="c19fa0da-a98e-401c-a4d8-baee66dd4639" providerId="ADAL" clId="{131A1677-E85F-447F-B172-C2C5C7B105E7}" dt="2026-10-11T23:08:47.898" v="233" actId="20577"/>
          <ac:spMkLst>
            <pc:docMk/>
            <pc:sldMk cId="0" sldId="261"/>
            <ac:spMk id="217" creationId="{00000000-0000-0000-0000-000000000000}"/>
          </ac:spMkLst>
        </pc:spChg>
        <pc:spChg chg="mod">
          <ac:chgData name="Noah Brown" userId="c19fa0da-a98e-401c-a4d8-baee66dd4639" providerId="ADAL" clId="{131A1677-E85F-447F-B172-C2C5C7B105E7}" dt="2026-10-11T23:10:55.092" v="354" actId="20577"/>
          <ac:spMkLst>
            <pc:docMk/>
            <pc:sldMk cId="0" sldId="261"/>
            <ac:spMk id="218" creationId="{00000000-0000-0000-0000-000000000000}"/>
          </ac:spMkLst>
        </pc:spChg>
        <pc:spChg chg="mod">
          <ac:chgData name="Noah Brown" userId="c19fa0da-a98e-401c-a4d8-baee66dd4639" providerId="ADAL" clId="{131A1677-E85F-447F-B172-C2C5C7B105E7}" dt="2026-10-11T23:06:41.967" v="123" actId="113"/>
          <ac:spMkLst>
            <pc:docMk/>
            <pc:sldMk cId="0" sldId="261"/>
            <ac:spMk id="219" creationId="{00000000-0000-0000-0000-000000000000}"/>
          </ac:spMkLst>
        </pc:spChg>
        <pc:picChg chg="add mod">
          <ac:chgData name="Noah Brown" userId="c19fa0da-a98e-401c-a4d8-baee66dd4639" providerId="ADAL" clId="{131A1677-E85F-447F-B172-C2C5C7B105E7}" dt="2026-10-11T23:05:43.540" v="61" actId="1076"/>
          <ac:picMkLst>
            <pc:docMk/>
            <pc:sldMk cId="0" sldId="261"/>
            <ac:picMk id="4" creationId="{AE085D6A-3EF8-6CA4-43AE-75F3F95ECA6C}"/>
          </ac:picMkLst>
        </pc:picChg>
      </pc:sldChg>
      <pc:sldChg chg="modSp mod">
        <pc:chgData name="Noah Brown" userId="c19fa0da-a98e-401c-a4d8-baee66dd4639" providerId="ADAL" clId="{131A1677-E85F-447F-B172-C2C5C7B105E7}" dt="2026-10-11T23:20:24.384" v="1157" actId="5793"/>
        <pc:sldMkLst>
          <pc:docMk/>
          <pc:sldMk cId="0" sldId="262"/>
        </pc:sldMkLst>
        <pc:graphicFrameChg chg="modGraphic">
          <ac:chgData name="Noah Brown" userId="c19fa0da-a98e-401c-a4d8-baee66dd4639" providerId="ADAL" clId="{131A1677-E85F-447F-B172-C2C5C7B105E7}" dt="2026-10-11T23:20:24.384" v="1157" actId="5793"/>
          <ac:graphicFrameMkLst>
            <pc:docMk/>
            <pc:sldMk cId="0" sldId="262"/>
            <ac:graphicFrameMk id="240" creationId="{00000000-0000-0000-0000-000000000000}"/>
          </ac:graphicFrameMkLst>
        </pc:graphicFrameChg>
      </pc:sldChg>
      <pc:sldChg chg="modSp mod">
        <pc:chgData name="Noah Brown" userId="c19fa0da-a98e-401c-a4d8-baee66dd4639" providerId="ADAL" clId="{131A1677-E85F-447F-B172-C2C5C7B105E7}" dt="2026-10-14T00:07:54.063" v="1838" actId="20577"/>
        <pc:sldMkLst>
          <pc:docMk/>
          <pc:sldMk cId="0" sldId="263"/>
        </pc:sldMkLst>
        <pc:spChg chg="mod">
          <ac:chgData name="Noah Brown" userId="c19fa0da-a98e-401c-a4d8-baee66dd4639" providerId="ADAL" clId="{131A1677-E85F-447F-B172-C2C5C7B105E7}" dt="2026-10-14T00:03:59.768" v="1721" actId="1076"/>
          <ac:spMkLst>
            <pc:docMk/>
            <pc:sldMk cId="0" sldId="263"/>
            <ac:spMk id="256" creationId="{00000000-0000-0000-0000-000000000000}"/>
          </ac:spMkLst>
        </pc:spChg>
        <pc:spChg chg="mod">
          <ac:chgData name="Noah Brown" userId="c19fa0da-a98e-401c-a4d8-baee66dd4639" providerId="ADAL" clId="{131A1677-E85F-447F-B172-C2C5C7B105E7}" dt="2026-10-11T23:27:32.117" v="1459" actId="255"/>
          <ac:spMkLst>
            <pc:docMk/>
            <pc:sldMk cId="0" sldId="263"/>
            <ac:spMk id="260" creationId="{00000000-0000-0000-0000-000000000000}"/>
          </ac:spMkLst>
        </pc:spChg>
        <pc:spChg chg="mod">
          <ac:chgData name="Noah Brown" userId="c19fa0da-a98e-401c-a4d8-baee66dd4639" providerId="ADAL" clId="{131A1677-E85F-447F-B172-C2C5C7B105E7}" dt="2026-10-11T23:25:48.885" v="1401" actId="313"/>
          <ac:spMkLst>
            <pc:docMk/>
            <pc:sldMk cId="0" sldId="263"/>
            <ac:spMk id="261" creationId="{00000000-0000-0000-0000-000000000000}"/>
          </ac:spMkLst>
        </pc:spChg>
        <pc:spChg chg="mod">
          <ac:chgData name="Noah Brown" userId="c19fa0da-a98e-401c-a4d8-baee66dd4639" providerId="ADAL" clId="{131A1677-E85F-447F-B172-C2C5C7B105E7}" dt="2026-10-11T23:26:20.276" v="1423" actId="255"/>
          <ac:spMkLst>
            <pc:docMk/>
            <pc:sldMk cId="0" sldId="263"/>
            <ac:spMk id="262" creationId="{00000000-0000-0000-0000-000000000000}"/>
          </ac:spMkLst>
        </pc:spChg>
        <pc:spChg chg="mod">
          <ac:chgData name="Noah Brown" userId="c19fa0da-a98e-401c-a4d8-baee66dd4639" providerId="ADAL" clId="{131A1677-E85F-447F-B172-C2C5C7B105E7}" dt="2026-10-11T23:30:05.630" v="1645" actId="20577"/>
          <ac:spMkLst>
            <pc:docMk/>
            <pc:sldMk cId="0" sldId="263"/>
            <ac:spMk id="268" creationId="{00000000-0000-0000-0000-000000000000}"/>
          </ac:spMkLst>
        </pc:spChg>
        <pc:spChg chg="mod">
          <ac:chgData name="Noah Brown" userId="c19fa0da-a98e-401c-a4d8-baee66dd4639" providerId="ADAL" clId="{131A1677-E85F-447F-B172-C2C5C7B105E7}" dt="2026-10-11T23:29:40.014" v="1625" actId="20577"/>
          <ac:spMkLst>
            <pc:docMk/>
            <pc:sldMk cId="0" sldId="263"/>
            <ac:spMk id="272" creationId="{00000000-0000-0000-0000-000000000000}"/>
          </ac:spMkLst>
        </pc:spChg>
        <pc:spChg chg="mod">
          <ac:chgData name="Noah Brown" userId="c19fa0da-a98e-401c-a4d8-baee66dd4639" providerId="ADAL" clId="{131A1677-E85F-447F-B172-C2C5C7B105E7}" dt="2026-10-11T23:29:22.768" v="1603" actId="20577"/>
          <ac:spMkLst>
            <pc:docMk/>
            <pc:sldMk cId="0" sldId="263"/>
            <ac:spMk id="273" creationId="{00000000-0000-0000-0000-000000000000}"/>
          </ac:spMkLst>
        </pc:spChg>
        <pc:spChg chg="mod">
          <ac:chgData name="Noah Brown" userId="c19fa0da-a98e-401c-a4d8-baee66dd4639" providerId="ADAL" clId="{131A1677-E85F-447F-B172-C2C5C7B105E7}" dt="2026-10-11T23:22:43.796" v="1234" actId="255"/>
          <ac:spMkLst>
            <pc:docMk/>
            <pc:sldMk cId="0" sldId="263"/>
            <ac:spMk id="274" creationId="{00000000-0000-0000-0000-000000000000}"/>
          </ac:spMkLst>
        </pc:spChg>
        <pc:spChg chg="mod">
          <ac:chgData name="Noah Brown" userId="c19fa0da-a98e-401c-a4d8-baee66dd4639" providerId="ADAL" clId="{131A1677-E85F-447F-B172-C2C5C7B105E7}" dt="2026-10-11T23:24:43.031" v="1348" actId="20577"/>
          <ac:spMkLst>
            <pc:docMk/>
            <pc:sldMk cId="0" sldId="263"/>
            <ac:spMk id="275" creationId="{00000000-0000-0000-0000-000000000000}"/>
          </ac:spMkLst>
        </pc:spChg>
        <pc:spChg chg="mod">
          <ac:chgData name="Noah Brown" userId="c19fa0da-a98e-401c-a4d8-baee66dd4639" providerId="ADAL" clId="{131A1677-E85F-447F-B172-C2C5C7B105E7}" dt="2026-10-11T23:27:51.178" v="1479" actId="20577"/>
          <ac:spMkLst>
            <pc:docMk/>
            <pc:sldMk cId="0" sldId="263"/>
            <ac:spMk id="276" creationId="{00000000-0000-0000-0000-000000000000}"/>
          </ac:spMkLst>
        </pc:spChg>
        <pc:spChg chg="mod">
          <ac:chgData name="Noah Brown" userId="c19fa0da-a98e-401c-a4d8-baee66dd4639" providerId="ADAL" clId="{131A1677-E85F-447F-B172-C2C5C7B105E7}" dt="2026-10-11T23:28:02.115" v="1502" actId="20577"/>
          <ac:spMkLst>
            <pc:docMk/>
            <pc:sldMk cId="0" sldId="263"/>
            <ac:spMk id="277" creationId="{00000000-0000-0000-0000-000000000000}"/>
          </ac:spMkLst>
        </pc:spChg>
        <pc:spChg chg="mod">
          <ac:chgData name="Noah Brown" userId="c19fa0da-a98e-401c-a4d8-baee66dd4639" providerId="ADAL" clId="{131A1677-E85F-447F-B172-C2C5C7B105E7}" dt="2026-10-11T23:28:48.651" v="1580" actId="20577"/>
          <ac:spMkLst>
            <pc:docMk/>
            <pc:sldMk cId="0" sldId="263"/>
            <ac:spMk id="278" creationId="{00000000-0000-0000-0000-000000000000}"/>
          </ac:spMkLst>
        </pc:spChg>
        <pc:spChg chg="mod">
          <ac:chgData name="Noah Brown" userId="c19fa0da-a98e-401c-a4d8-baee66dd4639" providerId="ADAL" clId="{131A1677-E85F-447F-B172-C2C5C7B105E7}" dt="2026-10-14T00:07:54.063" v="1838" actId="20577"/>
          <ac:spMkLst>
            <pc:docMk/>
            <pc:sldMk cId="0" sldId="263"/>
            <ac:spMk id="284" creationId="{00000000-0000-0000-0000-000000000000}"/>
          </ac:spMkLst>
        </pc:spChg>
        <pc:spChg chg="mod">
          <ac:chgData name="Noah Brown" userId="c19fa0da-a98e-401c-a4d8-baee66dd4639" providerId="ADAL" clId="{131A1677-E85F-447F-B172-C2C5C7B105E7}" dt="2026-10-14T00:07:37.042" v="1818" actId="20577"/>
          <ac:spMkLst>
            <pc:docMk/>
            <pc:sldMk cId="0" sldId="263"/>
            <ac:spMk id="288" creationId="{00000000-0000-0000-0000-000000000000}"/>
          </ac:spMkLst>
        </pc:spChg>
        <pc:spChg chg="mod">
          <ac:chgData name="Noah Brown" userId="c19fa0da-a98e-401c-a4d8-baee66dd4639" providerId="ADAL" clId="{131A1677-E85F-447F-B172-C2C5C7B105E7}" dt="2026-10-14T00:07:15.448" v="1801" actId="20577"/>
          <ac:spMkLst>
            <pc:docMk/>
            <pc:sldMk cId="0" sldId="263"/>
            <ac:spMk id="289" creationId="{00000000-0000-0000-0000-000000000000}"/>
          </ac:spMkLst>
        </pc:spChg>
        <pc:spChg chg="mod">
          <ac:chgData name="Noah Brown" userId="c19fa0da-a98e-401c-a4d8-baee66dd4639" providerId="ADAL" clId="{131A1677-E85F-447F-B172-C2C5C7B105E7}" dt="2026-10-11T23:23:45.039" v="1321" actId="20577"/>
          <ac:spMkLst>
            <pc:docMk/>
            <pc:sldMk cId="0" sldId="263"/>
            <ac:spMk id="290" creationId="{00000000-0000-0000-0000-000000000000}"/>
          </ac:spMkLst>
        </pc:spChg>
        <pc:spChg chg="mod">
          <ac:chgData name="Noah Brown" userId="c19fa0da-a98e-401c-a4d8-baee66dd4639" providerId="ADAL" clId="{131A1677-E85F-447F-B172-C2C5C7B105E7}" dt="2026-10-11T23:25:20.286" v="1374" actId="20577"/>
          <ac:spMkLst>
            <pc:docMk/>
            <pc:sldMk cId="0" sldId="263"/>
            <ac:spMk id="291" creationId="{00000000-0000-0000-0000-000000000000}"/>
          </ac:spMkLst>
        </pc:spChg>
        <pc:cxnChg chg="mod">
          <ac:chgData name="Noah Brown" userId="c19fa0da-a98e-401c-a4d8-baee66dd4639" providerId="ADAL" clId="{131A1677-E85F-447F-B172-C2C5C7B105E7}" dt="2026-10-11T23:27:18.373" v="1458" actId="1076"/>
          <ac:cxnSpMkLst>
            <pc:docMk/>
            <pc:sldMk cId="0" sldId="263"/>
            <ac:cxnSpMk id="264" creationId="{00000000-0000-0000-0000-000000000000}"/>
          </ac:cxnSpMkLst>
        </pc:cxnChg>
        <pc:cxnChg chg="mod">
          <ac:chgData name="Noah Brown" userId="c19fa0da-a98e-401c-a4d8-baee66dd4639" providerId="ADAL" clId="{131A1677-E85F-447F-B172-C2C5C7B105E7}" dt="2026-10-11T23:29:46.242" v="1626" actId="688"/>
          <ac:cxnSpMkLst>
            <pc:docMk/>
            <pc:sldMk cId="0" sldId="263"/>
            <ac:cxnSpMk id="269" creationId="{00000000-0000-0000-0000-000000000000}"/>
          </ac:cxnSpMkLst>
        </pc:cxnChg>
        <pc:cxnChg chg="mod">
          <ac:chgData name="Noah Brown" userId="c19fa0da-a98e-401c-a4d8-baee66dd4639" providerId="ADAL" clId="{131A1677-E85F-447F-B172-C2C5C7B105E7}" dt="2026-10-11T23:29:28.114" v="1604" actId="688"/>
          <ac:cxnSpMkLst>
            <pc:docMk/>
            <pc:sldMk cId="0" sldId="263"/>
            <ac:cxnSpMk id="271" creationId="{00000000-0000-0000-0000-000000000000}"/>
          </ac:cxnSpMkLst>
        </pc:cxnChg>
        <pc:cxnChg chg="mod">
          <ac:chgData name="Noah Brown" userId="c19fa0da-a98e-401c-a4d8-baee66dd4639" providerId="ADAL" clId="{131A1677-E85F-447F-B172-C2C5C7B105E7}" dt="2026-10-14T00:03:41.886" v="1718" actId="688"/>
          <ac:cxnSpMkLst>
            <pc:docMk/>
            <pc:sldMk cId="0" sldId="263"/>
            <ac:cxnSpMk id="285" creationId="{00000000-0000-0000-0000-000000000000}"/>
          </ac:cxnSpMkLst>
        </pc:cxnChg>
        <pc:cxnChg chg="mod">
          <ac:chgData name="Noah Brown" userId="c19fa0da-a98e-401c-a4d8-baee66dd4639" providerId="ADAL" clId="{131A1677-E85F-447F-B172-C2C5C7B105E7}" dt="2026-10-14T00:04:11.949" v="1722" actId="688"/>
          <ac:cxnSpMkLst>
            <pc:docMk/>
            <pc:sldMk cId="0" sldId="263"/>
            <ac:cxnSpMk id="287" creationId="{00000000-0000-0000-0000-000000000000}"/>
          </ac:cxnSpMkLst>
        </pc:cxnChg>
      </pc:sldChg>
      <pc:sldChg chg="addSp modSp mod">
        <pc:chgData name="Noah Brown" userId="c19fa0da-a98e-401c-a4d8-baee66dd4639" providerId="ADAL" clId="{131A1677-E85F-447F-B172-C2C5C7B105E7}" dt="2026-10-14T00:26:36.812" v="2462" actId="20577"/>
        <pc:sldMkLst>
          <pc:docMk/>
          <pc:sldMk cId="0" sldId="264"/>
        </pc:sldMkLst>
        <pc:spChg chg="add mod">
          <ac:chgData name="Noah Brown" userId="c19fa0da-a98e-401c-a4d8-baee66dd4639" providerId="ADAL" clId="{131A1677-E85F-447F-B172-C2C5C7B105E7}" dt="2026-10-14T00:18:17.257" v="2395" actId="20577"/>
          <ac:spMkLst>
            <pc:docMk/>
            <pc:sldMk cId="0" sldId="264"/>
            <ac:spMk id="2" creationId="{6992C96D-E658-B238-DBE6-DD3762F0463D}"/>
          </ac:spMkLst>
        </pc:spChg>
        <pc:spChg chg="add mod">
          <ac:chgData name="Noah Brown" userId="c19fa0da-a98e-401c-a4d8-baee66dd4639" providerId="ADAL" clId="{131A1677-E85F-447F-B172-C2C5C7B105E7}" dt="2026-10-14T00:26:36.812" v="2462" actId="20577"/>
          <ac:spMkLst>
            <pc:docMk/>
            <pc:sldMk cId="0" sldId="264"/>
            <ac:spMk id="3" creationId="{77FC7721-5D4A-AB70-D892-2DCC7EC38970}"/>
          </ac:spMkLst>
        </pc:spChg>
        <pc:spChg chg="add mod">
          <ac:chgData name="Noah Brown" userId="c19fa0da-a98e-401c-a4d8-baee66dd4639" providerId="ADAL" clId="{131A1677-E85F-447F-B172-C2C5C7B105E7}" dt="2026-10-14T00:17:10.897" v="2371" actId="20577"/>
          <ac:spMkLst>
            <pc:docMk/>
            <pc:sldMk cId="0" sldId="264"/>
            <ac:spMk id="4" creationId="{1264AC93-B9E3-BD2B-69BF-B6606FF81C15}"/>
          </ac:spMkLst>
        </pc:spChg>
      </pc:sldChg>
      <pc:sldChg chg="addSp delSp modSp mod">
        <pc:chgData name="Noah Brown" userId="c19fa0da-a98e-401c-a4d8-baee66dd4639" providerId="ADAL" clId="{131A1677-E85F-447F-B172-C2C5C7B105E7}" dt="2026-10-14T00:44:00.642" v="3048" actId="1035"/>
        <pc:sldMkLst>
          <pc:docMk/>
          <pc:sldMk cId="0" sldId="265"/>
        </pc:sldMkLst>
        <pc:spChg chg="add mod">
          <ac:chgData name="Noah Brown" userId="c19fa0da-a98e-401c-a4d8-baee66dd4639" providerId="ADAL" clId="{131A1677-E85F-447F-B172-C2C5C7B105E7}" dt="2026-10-14T00:29:23.839" v="2631" actId="20577"/>
          <ac:spMkLst>
            <pc:docMk/>
            <pc:sldMk cId="0" sldId="265"/>
            <ac:spMk id="8" creationId="{7CDFD0D8-4FE7-5FEE-900C-EA58E0CA8766}"/>
          </ac:spMkLst>
        </pc:spChg>
        <pc:spChg chg="add mod">
          <ac:chgData name="Noah Brown" userId="c19fa0da-a98e-401c-a4d8-baee66dd4639" providerId="ADAL" clId="{131A1677-E85F-447F-B172-C2C5C7B105E7}" dt="2026-10-14T00:30:28.600" v="2662" actId="20577"/>
          <ac:spMkLst>
            <pc:docMk/>
            <pc:sldMk cId="0" sldId="265"/>
            <ac:spMk id="9" creationId="{CB5D1EC0-0364-FA37-2142-575BC1A579C9}"/>
          </ac:spMkLst>
        </pc:spChg>
        <pc:spChg chg="add mod">
          <ac:chgData name="Noah Brown" userId="c19fa0da-a98e-401c-a4d8-baee66dd4639" providerId="ADAL" clId="{131A1677-E85F-447F-B172-C2C5C7B105E7}" dt="2026-10-14T00:40:33.371" v="2772" actId="20577"/>
          <ac:spMkLst>
            <pc:docMk/>
            <pc:sldMk cId="0" sldId="265"/>
            <ac:spMk id="10" creationId="{F6AA601E-8786-2DD5-0DCD-37CF1926D5A0}"/>
          </ac:spMkLst>
        </pc:spChg>
        <pc:spChg chg="add mod">
          <ac:chgData name="Noah Brown" userId="c19fa0da-a98e-401c-a4d8-baee66dd4639" providerId="ADAL" clId="{131A1677-E85F-447F-B172-C2C5C7B105E7}" dt="2026-10-14T00:42:21.348" v="2896" actId="33524"/>
          <ac:spMkLst>
            <pc:docMk/>
            <pc:sldMk cId="0" sldId="265"/>
            <ac:spMk id="11" creationId="{3F1B15F0-0228-09B1-4070-4371B5D3E457}"/>
          </ac:spMkLst>
        </pc:spChg>
        <pc:spChg chg="add mod">
          <ac:chgData name="Noah Brown" userId="c19fa0da-a98e-401c-a4d8-baee66dd4639" providerId="ADAL" clId="{131A1677-E85F-447F-B172-C2C5C7B105E7}" dt="2026-10-14T00:44:00.642" v="3048" actId="1035"/>
          <ac:spMkLst>
            <pc:docMk/>
            <pc:sldMk cId="0" sldId="265"/>
            <ac:spMk id="12" creationId="{32B3C489-4366-A1E9-AABC-9D38A9EA360E}"/>
          </ac:spMkLst>
        </pc:spChg>
        <pc:spChg chg="mod">
          <ac:chgData name="Noah Brown" userId="c19fa0da-a98e-401c-a4d8-baee66dd4639" providerId="ADAL" clId="{131A1677-E85F-447F-B172-C2C5C7B105E7}" dt="2026-10-14T00:29:50.068" v="2634" actId="1076"/>
          <ac:spMkLst>
            <pc:docMk/>
            <pc:sldMk cId="0" sldId="265"/>
            <ac:spMk id="343" creationId="{00000000-0000-0000-0000-000000000000}"/>
          </ac:spMkLst>
        </pc:spChg>
        <pc:picChg chg="add mod">
          <ac:chgData name="Noah Brown" userId="c19fa0da-a98e-401c-a4d8-baee66dd4639" providerId="ADAL" clId="{131A1677-E85F-447F-B172-C2C5C7B105E7}" dt="2026-10-14T00:18:48.551" v="2398" actId="1076"/>
          <ac:picMkLst>
            <pc:docMk/>
            <pc:sldMk cId="0" sldId="265"/>
            <ac:picMk id="2" creationId="{171B7521-493A-1D19-95F9-400B6CB49F03}"/>
          </ac:picMkLst>
        </pc:picChg>
        <pc:picChg chg="add mod">
          <ac:chgData name="Noah Brown" userId="c19fa0da-a98e-401c-a4d8-baee66dd4639" providerId="ADAL" clId="{131A1677-E85F-447F-B172-C2C5C7B105E7}" dt="2026-10-14T00:21:26.755" v="2416" actId="1037"/>
          <ac:picMkLst>
            <pc:docMk/>
            <pc:sldMk cId="0" sldId="265"/>
            <ac:picMk id="3" creationId="{120B85AC-1B9E-5B8B-B7B1-DF9247E1DBCC}"/>
          </ac:picMkLst>
        </pc:picChg>
        <pc:picChg chg="add mod">
          <ac:chgData name="Noah Brown" userId="c19fa0da-a98e-401c-a4d8-baee66dd4639" providerId="ADAL" clId="{131A1677-E85F-447F-B172-C2C5C7B105E7}" dt="2026-10-14T00:21:22.838" v="2412" actId="14100"/>
          <ac:picMkLst>
            <pc:docMk/>
            <pc:sldMk cId="0" sldId="265"/>
            <ac:picMk id="4" creationId="{376E993F-0918-2329-4479-35DD90124C5F}"/>
          </ac:picMkLst>
        </pc:picChg>
        <pc:picChg chg="add mod">
          <ac:chgData name="Noah Brown" userId="c19fa0da-a98e-401c-a4d8-baee66dd4639" providerId="ADAL" clId="{131A1677-E85F-447F-B172-C2C5C7B105E7}" dt="2026-10-14T00:43:50.557" v="3040" actId="1035"/>
          <ac:picMkLst>
            <pc:docMk/>
            <pc:sldMk cId="0" sldId="265"/>
            <ac:picMk id="5" creationId="{321607B4-ABE5-4478-1120-F7CB8470AE90}"/>
          </ac:picMkLst>
        </pc:picChg>
        <pc:picChg chg="add mod">
          <ac:chgData name="Noah Brown" userId="c19fa0da-a98e-401c-a4d8-baee66dd4639" providerId="ADAL" clId="{131A1677-E85F-447F-B172-C2C5C7B105E7}" dt="2026-10-14T00:25:07.369" v="2424" actId="1076"/>
          <ac:picMkLst>
            <pc:docMk/>
            <pc:sldMk cId="0" sldId="265"/>
            <ac:picMk id="6" creationId="{19EE45F1-F938-6007-6915-18D5B197AF5D}"/>
          </ac:picMkLst>
        </pc:picChg>
      </pc:sldChg>
      <pc:sldChg chg="modSp mod">
        <pc:chgData name="Noah Brown" userId="c19fa0da-a98e-401c-a4d8-baee66dd4639" providerId="ADAL" clId="{131A1677-E85F-447F-B172-C2C5C7B105E7}" dt="2026-10-14T01:28:55.844" v="3312" actId="20577"/>
        <pc:sldMkLst>
          <pc:docMk/>
          <pc:sldMk cId="0" sldId="267"/>
        </pc:sldMkLst>
        <pc:spChg chg="mod">
          <ac:chgData name="Noah Brown" userId="c19fa0da-a98e-401c-a4d8-baee66dd4639" providerId="ADAL" clId="{131A1677-E85F-447F-B172-C2C5C7B105E7}" dt="2026-10-14T01:27:51.335" v="3174" actId="20577"/>
          <ac:spMkLst>
            <pc:docMk/>
            <pc:sldMk cId="0" sldId="267"/>
            <ac:spMk id="391" creationId="{00000000-0000-0000-0000-000000000000}"/>
          </ac:spMkLst>
        </pc:spChg>
        <pc:spChg chg="mod">
          <ac:chgData name="Noah Brown" userId="c19fa0da-a98e-401c-a4d8-baee66dd4639" providerId="ADAL" clId="{131A1677-E85F-447F-B172-C2C5C7B105E7}" dt="2026-10-14T01:24:52.388" v="3095" actId="113"/>
          <ac:spMkLst>
            <pc:docMk/>
            <pc:sldMk cId="0" sldId="267"/>
            <ac:spMk id="392" creationId="{00000000-0000-0000-0000-000000000000}"/>
          </ac:spMkLst>
        </pc:spChg>
        <pc:spChg chg="mod">
          <ac:chgData name="Noah Brown" userId="c19fa0da-a98e-401c-a4d8-baee66dd4639" providerId="ADAL" clId="{131A1677-E85F-447F-B172-C2C5C7B105E7}" dt="2026-10-14T01:26:27.132" v="3154" actId="113"/>
          <ac:spMkLst>
            <pc:docMk/>
            <pc:sldMk cId="0" sldId="267"/>
            <ac:spMk id="393" creationId="{00000000-0000-0000-0000-000000000000}"/>
          </ac:spMkLst>
        </pc:spChg>
        <pc:spChg chg="mod">
          <ac:chgData name="Noah Brown" userId="c19fa0da-a98e-401c-a4d8-baee66dd4639" providerId="ADAL" clId="{131A1677-E85F-447F-B172-C2C5C7B105E7}" dt="2026-10-14T01:28:13.462" v="3229" actId="20577"/>
          <ac:spMkLst>
            <pc:docMk/>
            <pc:sldMk cId="0" sldId="267"/>
            <ac:spMk id="394" creationId="{00000000-0000-0000-0000-000000000000}"/>
          </ac:spMkLst>
        </pc:spChg>
        <pc:spChg chg="mod">
          <ac:chgData name="Noah Brown" userId="c19fa0da-a98e-401c-a4d8-baee66dd4639" providerId="ADAL" clId="{131A1677-E85F-447F-B172-C2C5C7B105E7}" dt="2026-10-14T01:28:55.844" v="3312" actId="20577"/>
          <ac:spMkLst>
            <pc:docMk/>
            <pc:sldMk cId="0" sldId="267"/>
            <ac:spMk id="395" creationId="{00000000-0000-0000-0000-000000000000}"/>
          </ac:spMkLst>
        </pc:spChg>
        <pc:spChg chg="mod">
          <ac:chgData name="Noah Brown" userId="c19fa0da-a98e-401c-a4d8-baee66dd4639" providerId="ADAL" clId="{131A1677-E85F-447F-B172-C2C5C7B105E7}" dt="2026-10-14T01:26:07.219" v="3109" actId="20577"/>
          <ac:spMkLst>
            <pc:docMk/>
            <pc:sldMk cId="0" sldId="267"/>
            <ac:spMk id="397" creationId="{00000000-0000-0000-0000-000000000000}"/>
          </ac:spMkLst>
        </pc:spChg>
      </pc:sldChg>
      <pc:sldChg chg="modSp mod">
        <pc:chgData name="Noah Brown" userId="c19fa0da-a98e-401c-a4d8-baee66dd4639" providerId="ADAL" clId="{131A1677-E85F-447F-B172-C2C5C7B105E7}" dt="2026-10-14T01:30:01.806" v="3412" actId="20577"/>
        <pc:sldMkLst>
          <pc:docMk/>
          <pc:sldMk cId="0" sldId="268"/>
        </pc:sldMkLst>
        <pc:spChg chg="mod">
          <ac:chgData name="Noah Brown" userId="c19fa0da-a98e-401c-a4d8-baee66dd4639" providerId="ADAL" clId="{131A1677-E85F-447F-B172-C2C5C7B105E7}" dt="2026-10-14T01:29:39.791" v="3375" actId="20577"/>
          <ac:spMkLst>
            <pc:docMk/>
            <pc:sldMk cId="0" sldId="268"/>
            <ac:spMk id="421" creationId="{00000000-0000-0000-0000-000000000000}"/>
          </ac:spMkLst>
        </pc:spChg>
        <pc:spChg chg="mod">
          <ac:chgData name="Noah Brown" userId="c19fa0da-a98e-401c-a4d8-baee66dd4639" providerId="ADAL" clId="{131A1677-E85F-447F-B172-C2C5C7B105E7}" dt="2026-10-14T01:30:01.806" v="3412" actId="20577"/>
          <ac:spMkLst>
            <pc:docMk/>
            <pc:sldMk cId="0" sldId="268"/>
            <ac:spMk id="422" creationId="{00000000-0000-0000-0000-000000000000}"/>
          </ac:spMkLst>
        </pc:spChg>
        <pc:spChg chg="mod">
          <ac:chgData name="Noah Brown" userId="c19fa0da-a98e-401c-a4d8-baee66dd4639" providerId="ADAL" clId="{131A1677-E85F-447F-B172-C2C5C7B105E7}" dt="2026-10-14T01:29:26.987" v="3349" actId="20577"/>
          <ac:spMkLst>
            <pc:docMk/>
            <pc:sldMk cId="0" sldId="268"/>
            <ac:spMk id="423" creationId="{00000000-0000-0000-0000-000000000000}"/>
          </ac:spMkLst>
        </pc:spChg>
      </pc:sldChg>
      <pc:sldChg chg="modSp mod">
        <pc:chgData name="Noah Brown" userId="c19fa0da-a98e-401c-a4d8-baee66dd4639" providerId="ADAL" clId="{131A1677-E85F-447F-B172-C2C5C7B105E7}" dt="2026-10-16T01:02:14.859" v="3770" actId="20577"/>
        <pc:sldMkLst>
          <pc:docMk/>
          <pc:sldMk cId="0" sldId="270"/>
        </pc:sldMkLst>
        <pc:graphicFrameChg chg="modGraphic">
          <ac:chgData name="Noah Brown" userId="c19fa0da-a98e-401c-a4d8-baee66dd4639" providerId="ADAL" clId="{131A1677-E85F-447F-B172-C2C5C7B105E7}" dt="2026-10-16T00:57:56.802" v="3591" actId="20577"/>
          <ac:graphicFrameMkLst>
            <pc:docMk/>
            <pc:sldMk cId="0" sldId="270"/>
            <ac:graphicFrameMk id="461" creationId="{00000000-0000-0000-0000-000000000000}"/>
          </ac:graphicFrameMkLst>
        </pc:graphicFrameChg>
        <pc:graphicFrameChg chg="modGraphic">
          <ac:chgData name="Noah Brown" userId="c19fa0da-a98e-401c-a4d8-baee66dd4639" providerId="ADAL" clId="{131A1677-E85F-447F-B172-C2C5C7B105E7}" dt="2026-10-16T00:58:50.716" v="3655" actId="313"/>
          <ac:graphicFrameMkLst>
            <pc:docMk/>
            <pc:sldMk cId="0" sldId="270"/>
            <ac:graphicFrameMk id="462" creationId="{00000000-0000-0000-0000-000000000000}"/>
          </ac:graphicFrameMkLst>
        </pc:graphicFrameChg>
        <pc:graphicFrameChg chg="modGraphic">
          <ac:chgData name="Noah Brown" userId="c19fa0da-a98e-401c-a4d8-baee66dd4639" providerId="ADAL" clId="{131A1677-E85F-447F-B172-C2C5C7B105E7}" dt="2026-10-16T01:02:14.859" v="3770" actId="20577"/>
          <ac:graphicFrameMkLst>
            <pc:docMk/>
            <pc:sldMk cId="0" sldId="270"/>
            <ac:graphicFrameMk id="463" creationId="{00000000-0000-0000-0000-000000000000}"/>
          </ac:graphicFrameMkLst>
        </pc:graphicFrameChg>
      </pc:sldChg>
      <pc:sldChg chg="addSp modSp mod">
        <pc:chgData name="Noah Brown" userId="c19fa0da-a98e-401c-a4d8-baee66dd4639" providerId="ADAL" clId="{131A1677-E85F-447F-B172-C2C5C7B105E7}" dt="2026-10-16T01:05:45.144" v="3788" actId="1076"/>
        <pc:sldMkLst>
          <pc:docMk/>
          <pc:sldMk cId="0" sldId="271"/>
        </pc:sldMkLst>
        <pc:picChg chg="add mod">
          <ac:chgData name="Noah Brown" userId="c19fa0da-a98e-401c-a4d8-baee66dd4639" providerId="ADAL" clId="{131A1677-E85F-447F-B172-C2C5C7B105E7}" dt="2026-10-16T01:03:13.135" v="3773" actId="1076"/>
          <ac:picMkLst>
            <pc:docMk/>
            <pc:sldMk cId="0" sldId="271"/>
            <ac:picMk id="2" creationId="{3F24F37F-85F7-4FCE-C43C-D8D678A6DF92}"/>
          </ac:picMkLst>
        </pc:picChg>
        <pc:picChg chg="add mod">
          <ac:chgData name="Noah Brown" userId="c19fa0da-a98e-401c-a4d8-baee66dd4639" providerId="ADAL" clId="{131A1677-E85F-447F-B172-C2C5C7B105E7}" dt="2026-10-16T01:05:43.453" v="3787" actId="1076"/>
          <ac:picMkLst>
            <pc:docMk/>
            <pc:sldMk cId="0" sldId="271"/>
            <ac:picMk id="3" creationId="{D14064D3-37B8-57E4-FC33-67B00142679D}"/>
          </ac:picMkLst>
        </pc:picChg>
        <pc:picChg chg="add mod">
          <ac:chgData name="Noah Brown" userId="c19fa0da-a98e-401c-a4d8-baee66dd4639" providerId="ADAL" clId="{131A1677-E85F-447F-B172-C2C5C7B105E7}" dt="2026-10-16T01:04:16.697" v="3779" actId="1076"/>
          <ac:picMkLst>
            <pc:docMk/>
            <pc:sldMk cId="0" sldId="271"/>
            <ac:picMk id="4" creationId="{31B958C1-BFEF-1FB6-DC78-A6E91458CBA5}"/>
          </ac:picMkLst>
        </pc:picChg>
        <pc:picChg chg="add mod">
          <ac:chgData name="Noah Brown" userId="c19fa0da-a98e-401c-a4d8-baee66dd4639" providerId="ADAL" clId="{131A1677-E85F-447F-B172-C2C5C7B105E7}" dt="2026-10-16T01:05:42.481" v="3786" actId="1076"/>
          <ac:picMkLst>
            <pc:docMk/>
            <pc:sldMk cId="0" sldId="271"/>
            <ac:picMk id="5" creationId="{5BDD3B62-1871-E7DB-3179-EE00DBF87DC6}"/>
          </ac:picMkLst>
        </pc:picChg>
        <pc:picChg chg="add mod">
          <ac:chgData name="Noah Brown" userId="c19fa0da-a98e-401c-a4d8-baee66dd4639" providerId="ADAL" clId="{131A1677-E85F-447F-B172-C2C5C7B105E7}" dt="2026-10-16T01:05:45.144" v="3788" actId="1076"/>
          <ac:picMkLst>
            <pc:docMk/>
            <pc:sldMk cId="0" sldId="271"/>
            <ac:picMk id="6" creationId="{A32C0A46-18F4-961A-0B97-FFA7A5CED0E3}"/>
          </ac:picMkLst>
        </pc:picChg>
      </pc:sldChg>
      <pc:sldChg chg="addSp delSp modSp mod">
        <pc:chgData name="Noah Brown" userId="c19fa0da-a98e-401c-a4d8-baee66dd4639" providerId="ADAL" clId="{131A1677-E85F-447F-B172-C2C5C7B105E7}" dt="2026-10-11T23:04:12.101" v="56" actId="20577"/>
        <pc:sldMkLst>
          <pc:docMk/>
          <pc:sldMk cId="497814436" sldId="277"/>
        </pc:sldMkLst>
        <pc:spChg chg="mod">
          <ac:chgData name="Noah Brown" userId="c19fa0da-a98e-401c-a4d8-baee66dd4639" providerId="ADAL" clId="{131A1677-E85F-447F-B172-C2C5C7B105E7}" dt="2026-10-11T23:01:43.969" v="1" actId="20577"/>
          <ac:spMkLst>
            <pc:docMk/>
            <pc:sldMk cId="497814436" sldId="277"/>
            <ac:spMk id="2" creationId="{703EF611-733C-1E14-FE05-9B0B1D48DB4B}"/>
          </ac:spMkLst>
        </pc:spChg>
        <pc:spChg chg="mod">
          <ac:chgData name="Noah Brown" userId="c19fa0da-a98e-401c-a4d8-baee66dd4639" providerId="ADAL" clId="{131A1677-E85F-447F-B172-C2C5C7B105E7}" dt="2026-10-11T23:04:12.101" v="56" actId="20577"/>
          <ac:spMkLst>
            <pc:docMk/>
            <pc:sldMk cId="497814436" sldId="277"/>
            <ac:spMk id="3" creationId="{65EDD024-2F28-4975-8D21-EE9F3E046365}"/>
          </ac:spMkLst>
        </pc:spChg>
        <pc:picChg chg="add mod ord">
          <ac:chgData name="Noah Brown" userId="c19fa0da-a98e-401c-a4d8-baee66dd4639" providerId="ADAL" clId="{131A1677-E85F-447F-B172-C2C5C7B105E7}" dt="2026-10-11T23:04:06.252" v="19" actId="171"/>
          <ac:picMkLst>
            <pc:docMk/>
            <pc:sldMk cId="497814436" sldId="277"/>
            <ac:picMk id="4" creationId="{2A10612D-6177-A4A0-3608-C6FA74AE927D}"/>
          </ac:picMkLst>
        </pc:picChg>
      </pc:sldChg>
      <pc:sldChg chg="addSp delSp modSp mod">
        <pc:chgData name="Noah Brown" userId="c19fa0da-a98e-401c-a4d8-baee66dd4639" providerId="ADAL" clId="{131A1677-E85F-447F-B172-C2C5C7B105E7}" dt="2026-10-16T01:30:12.283" v="5120" actId="1076"/>
        <pc:sldMkLst>
          <pc:docMk/>
          <pc:sldMk cId="2175368508" sldId="278"/>
        </pc:sldMkLst>
        <pc:spChg chg="mod">
          <ac:chgData name="Noah Brown" userId="c19fa0da-a98e-401c-a4d8-baee66dd4639" providerId="ADAL" clId="{131A1677-E85F-447F-B172-C2C5C7B105E7}" dt="2026-10-16T01:29:17.796" v="5112" actId="20577"/>
          <ac:spMkLst>
            <pc:docMk/>
            <pc:sldMk cId="2175368508" sldId="278"/>
            <ac:spMk id="2" creationId="{AD1263FC-1806-A08C-1BD8-55515816CED5}"/>
          </ac:spMkLst>
        </pc:spChg>
        <pc:spChg chg="add mod">
          <ac:chgData name="Noah Brown" userId="c19fa0da-a98e-401c-a4d8-baee66dd4639" providerId="ADAL" clId="{131A1677-E85F-447F-B172-C2C5C7B105E7}" dt="2026-10-16T01:16:45.498" v="4607" actId="1076"/>
          <ac:spMkLst>
            <pc:docMk/>
            <pc:sldMk cId="2175368508" sldId="278"/>
            <ac:spMk id="4" creationId="{E25DCF0F-14F1-C68F-B117-44EBB9CA13A8}"/>
          </ac:spMkLst>
        </pc:spChg>
        <pc:spChg chg="add mod">
          <ac:chgData name="Noah Brown" userId="c19fa0da-a98e-401c-a4d8-baee66dd4639" providerId="ADAL" clId="{131A1677-E85F-447F-B172-C2C5C7B105E7}" dt="2026-10-16T01:22:32.600" v="4741" actId="20577"/>
          <ac:spMkLst>
            <pc:docMk/>
            <pc:sldMk cId="2175368508" sldId="278"/>
            <ac:spMk id="6" creationId="{E0020472-D6D0-39C2-FEC1-80CD9FE34C74}"/>
          </ac:spMkLst>
        </pc:spChg>
        <pc:spChg chg="add mod">
          <ac:chgData name="Noah Brown" userId="c19fa0da-a98e-401c-a4d8-baee66dd4639" providerId="ADAL" clId="{131A1677-E85F-447F-B172-C2C5C7B105E7}" dt="2026-10-16T01:28:12.907" v="4955" actId="1076"/>
          <ac:spMkLst>
            <pc:docMk/>
            <pc:sldMk cId="2175368508" sldId="278"/>
            <ac:spMk id="8" creationId="{D5301025-DCD5-8246-C15B-D983E602CD9F}"/>
          </ac:spMkLst>
        </pc:spChg>
        <pc:spChg chg="add mod">
          <ac:chgData name="Noah Brown" userId="c19fa0da-a98e-401c-a4d8-baee66dd4639" providerId="ADAL" clId="{131A1677-E85F-447F-B172-C2C5C7B105E7}" dt="2026-10-16T01:29:25.401" v="5113" actId="313"/>
          <ac:spMkLst>
            <pc:docMk/>
            <pc:sldMk cId="2175368508" sldId="278"/>
            <ac:spMk id="10" creationId="{D286D19B-25E3-E780-C313-A1EEE61B94C7}"/>
          </ac:spMkLst>
        </pc:spChg>
        <pc:picChg chg="add mod">
          <ac:chgData name="Noah Brown" userId="c19fa0da-a98e-401c-a4d8-baee66dd4639" providerId="ADAL" clId="{131A1677-E85F-447F-B172-C2C5C7B105E7}" dt="2026-10-16T01:18:00.463" v="4610" actId="1076"/>
          <ac:picMkLst>
            <pc:docMk/>
            <pc:sldMk cId="2175368508" sldId="278"/>
            <ac:picMk id="5" creationId="{B4B07B72-9EF8-547A-1B66-EBD199BD7B11}"/>
          </ac:picMkLst>
        </pc:picChg>
        <pc:picChg chg="add mod ord">
          <ac:chgData name="Noah Brown" userId="c19fa0da-a98e-401c-a4d8-baee66dd4639" providerId="ADAL" clId="{131A1677-E85F-447F-B172-C2C5C7B105E7}" dt="2026-10-16T01:30:12.283" v="5120" actId="1076"/>
          <ac:picMkLst>
            <pc:docMk/>
            <pc:sldMk cId="2175368508" sldId="278"/>
            <ac:picMk id="11" creationId="{10F77FED-54C7-0083-A537-B5CF44220373}"/>
          </ac:picMkLst>
        </pc:picChg>
      </pc:sldChg>
      <pc:sldChg chg="addSp modSp mod">
        <pc:chgData name="Noah Brown" userId="c19fa0da-a98e-401c-a4d8-baee66dd4639" providerId="ADAL" clId="{131A1677-E85F-447F-B172-C2C5C7B105E7}" dt="2026-10-28T01:25:58.909" v="5310" actId="20577"/>
        <pc:sldMkLst>
          <pc:docMk/>
          <pc:sldMk cId="3648151675" sldId="279"/>
        </pc:sldMkLst>
        <pc:spChg chg="mod">
          <ac:chgData name="Noah Brown" userId="c19fa0da-a98e-401c-a4d8-baee66dd4639" providerId="ADAL" clId="{131A1677-E85F-447F-B172-C2C5C7B105E7}" dt="2026-10-28T01:23:28.808" v="5121" actId="20577"/>
          <ac:spMkLst>
            <pc:docMk/>
            <pc:sldMk cId="3648151675" sldId="279"/>
            <ac:spMk id="3" creationId="{8B900196-D842-A7A4-A6EE-FCC7C049B684}"/>
          </ac:spMkLst>
        </pc:spChg>
        <pc:spChg chg="add mod">
          <ac:chgData name="Noah Brown" userId="c19fa0da-a98e-401c-a4d8-baee66dd4639" providerId="ADAL" clId="{131A1677-E85F-447F-B172-C2C5C7B105E7}" dt="2026-10-28T01:25:58.909" v="5310" actId="20577"/>
          <ac:spMkLst>
            <pc:docMk/>
            <pc:sldMk cId="3648151675" sldId="279"/>
            <ac:spMk id="8" creationId="{E5815ADC-5C38-D229-BA66-6A2B4E78403C}"/>
          </ac:spMkLst>
        </pc:spChg>
        <pc:picChg chg="add mod">
          <ac:chgData name="Noah Brown" userId="c19fa0da-a98e-401c-a4d8-baee66dd4639" providerId="ADAL" clId="{131A1677-E85F-447F-B172-C2C5C7B105E7}" dt="2026-10-28T01:23:34.597" v="5125" actId="14100"/>
          <ac:picMkLst>
            <pc:docMk/>
            <pc:sldMk cId="3648151675" sldId="279"/>
            <ac:picMk id="5" creationId="{5C48E1C5-6B34-35E6-3D10-ED5E2F38F1AA}"/>
          </ac:picMkLst>
        </pc:picChg>
        <pc:picChg chg="add mod">
          <ac:chgData name="Noah Brown" userId="c19fa0da-a98e-401c-a4d8-baee66dd4639" providerId="ADAL" clId="{131A1677-E85F-447F-B172-C2C5C7B105E7}" dt="2026-10-28T01:24:15.080" v="5128" actId="1076"/>
          <ac:picMkLst>
            <pc:docMk/>
            <pc:sldMk cId="3648151675" sldId="279"/>
            <ac:picMk id="7" creationId="{931F7E6E-257F-81E0-4345-F90E193C3245}"/>
          </ac:picMkLst>
        </pc:picChg>
      </pc:sldChg>
      <pc:sldMasterChg chg="delSldLayout">
        <pc:chgData name="Noah Brown" userId="c19fa0da-a98e-401c-a4d8-baee66dd4639" providerId="ADAL" clId="{131A1677-E85F-447F-B172-C2C5C7B105E7}" dt="2026-10-16T00:57:12.578" v="3542" actId="2696"/>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90000"/>
              </a:lnSpc>
              <a:spcBef>
                <a:spcPts val="0"/>
              </a:spcBef>
              <a:spcAft>
                <a:spcPts val="0"/>
              </a:spcAft>
              <a:buClr>
                <a:schemeClr val="dk1"/>
              </a:buClr>
              <a:buSzPts val="3600"/>
              <a:buFont typeface="Play"/>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23" name="Google Shape;23;p2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757575"/>
              </a:buClr>
              <a:buSzPts val="1200"/>
              <a:buFont typeface="Arial"/>
              <a:buNone/>
              <a:defRPr sz="1200">
                <a:solidFill>
                  <a:srgbClr val="757575"/>
                </a:solidFill>
                <a:latin typeface="Arial"/>
                <a:ea typeface="Arial"/>
                <a:cs typeface="Arial"/>
                <a:sym typeface="Arial"/>
              </a:defRPr>
            </a:lvl1pPr>
            <a:lvl2pPr marL="0" lvl="1" indent="0" algn="r">
              <a:buClr>
                <a:srgbClr val="757575"/>
              </a:buClr>
              <a:buSzPts val="1200"/>
              <a:buFont typeface="Arial"/>
              <a:buNone/>
              <a:defRPr sz="1200">
                <a:solidFill>
                  <a:srgbClr val="757575"/>
                </a:solidFill>
                <a:latin typeface="Arial"/>
                <a:ea typeface="Arial"/>
                <a:cs typeface="Arial"/>
                <a:sym typeface="Arial"/>
              </a:defRPr>
            </a:lvl2pPr>
            <a:lvl3pPr marL="0" lvl="2" indent="0" algn="r">
              <a:buClr>
                <a:srgbClr val="757575"/>
              </a:buClr>
              <a:buSzPts val="1200"/>
              <a:buFont typeface="Arial"/>
              <a:buNone/>
              <a:defRPr sz="1200">
                <a:solidFill>
                  <a:srgbClr val="757575"/>
                </a:solidFill>
                <a:latin typeface="Arial"/>
                <a:ea typeface="Arial"/>
                <a:cs typeface="Arial"/>
                <a:sym typeface="Arial"/>
              </a:defRPr>
            </a:lvl3pPr>
            <a:lvl4pPr marL="0" lvl="3" indent="0" algn="r">
              <a:buClr>
                <a:srgbClr val="757575"/>
              </a:buClr>
              <a:buSzPts val="1200"/>
              <a:buFont typeface="Arial"/>
              <a:buNone/>
              <a:defRPr sz="1200">
                <a:solidFill>
                  <a:srgbClr val="757575"/>
                </a:solidFill>
                <a:latin typeface="Arial"/>
                <a:ea typeface="Arial"/>
                <a:cs typeface="Arial"/>
                <a:sym typeface="Arial"/>
              </a:defRPr>
            </a:lvl4pPr>
            <a:lvl5pPr marL="0" lvl="4" indent="0" algn="r">
              <a:buClr>
                <a:srgbClr val="757575"/>
              </a:buClr>
              <a:buSzPts val="1200"/>
              <a:buFont typeface="Arial"/>
              <a:buNone/>
              <a:defRPr sz="1200">
                <a:solidFill>
                  <a:srgbClr val="757575"/>
                </a:solidFill>
                <a:latin typeface="Arial"/>
                <a:ea typeface="Arial"/>
                <a:cs typeface="Arial"/>
                <a:sym typeface="Arial"/>
              </a:defRPr>
            </a:lvl5pPr>
            <a:lvl6pPr marL="0" lvl="5" indent="0" algn="r">
              <a:buClr>
                <a:srgbClr val="757575"/>
              </a:buClr>
              <a:buSzPts val="1200"/>
              <a:buFont typeface="Arial"/>
              <a:buNone/>
              <a:defRPr sz="1200">
                <a:solidFill>
                  <a:srgbClr val="757575"/>
                </a:solidFill>
                <a:latin typeface="Arial"/>
                <a:ea typeface="Arial"/>
                <a:cs typeface="Arial"/>
                <a:sym typeface="Arial"/>
              </a:defRPr>
            </a:lvl6pPr>
            <a:lvl7pPr marL="0" lvl="6" indent="0" algn="r">
              <a:buClr>
                <a:srgbClr val="757575"/>
              </a:buClr>
              <a:buSzPts val="1200"/>
              <a:buFont typeface="Arial"/>
              <a:buNone/>
              <a:defRPr sz="1200">
                <a:solidFill>
                  <a:srgbClr val="757575"/>
                </a:solidFill>
                <a:latin typeface="Arial"/>
                <a:ea typeface="Arial"/>
                <a:cs typeface="Arial"/>
                <a:sym typeface="Arial"/>
              </a:defRPr>
            </a:lvl7pPr>
            <a:lvl8pPr marL="0" lvl="7" indent="0" algn="r">
              <a:buClr>
                <a:srgbClr val="757575"/>
              </a:buClr>
              <a:buSzPts val="1200"/>
              <a:buFont typeface="Arial"/>
              <a:buNone/>
              <a:defRPr sz="1200">
                <a:solidFill>
                  <a:srgbClr val="757575"/>
                </a:solidFill>
                <a:latin typeface="Arial"/>
                <a:ea typeface="Arial"/>
                <a:cs typeface="Arial"/>
                <a:sym typeface="Arial"/>
              </a:defRPr>
            </a:lvl8pPr>
            <a:lvl9pPr marL="0" lvl="8" indent="0" algn="r">
              <a:buClr>
                <a:srgbClr val="757575"/>
              </a:buClr>
              <a:buSzPts val="1200"/>
              <a:buFont typeface="Arial"/>
              <a:buNone/>
              <a:defRPr sz="12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3" name="Google Shape;3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a:spLocks noGrp="1"/>
          </p:cNvSpPr>
          <p:nvPr>
            <p:ph type="pic" idx="2"/>
          </p:nvPr>
        </p:nvSpPr>
        <p:spPr>
          <a:xfrm>
            <a:off x="5183188" y="987425"/>
            <a:ext cx="6172200" cy="4873625"/>
          </a:xfrm>
          <a:prstGeom prst="rect">
            <a:avLst/>
          </a:prstGeom>
          <a:noFill/>
          <a:ln>
            <a:noFill/>
          </a:ln>
        </p:spPr>
      </p:sp>
      <p:sp>
        <p:nvSpPr>
          <p:cNvPr id="71" name="Google Shape;71;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solarpunk&amp;sxsrf=AJOqlzVAPReoXZqPh2pRHUbjHpdi4tNOWw:1673615754763&amp;source=lnms&amp;tbm=isch&amp;sa=X&amp;ved=2ahUKEwiFiLbE0MT8AhULUsAKHXmRAnEQ_AUoAXoECAEQAw&amp;biw=1536&amp;bih=816&amp;dpr=1.25"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g"/><Relationship Id="rId7"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playlist?list=PL1DUvVc8fdmVrXg6fvOFYhTDo2hcCdF20"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ow to design sustainable buildings with AI | FutureArchi">
            <a:extLst>
              <a:ext uri="{FF2B5EF4-FFF2-40B4-BE49-F238E27FC236}">
                <a16:creationId xmlns:a16="http://schemas.microsoft.com/office/drawing/2014/main" id="{2A10612D-6177-A4A0-3608-C6FA74AE927D}"/>
              </a:ext>
            </a:extLst>
          </p:cNvPr>
          <p:cNvPicPr>
            <a:picLocks noChangeAspect="1"/>
          </p:cNvPicPr>
          <p:nvPr/>
        </p:nvPicPr>
        <p:blipFill>
          <a:blip r:embed="rId2"/>
          <a:stretch>
            <a:fillRect/>
          </a:stretch>
        </p:blipFill>
        <p:spPr>
          <a:xfrm>
            <a:off x="0" y="-4763"/>
            <a:ext cx="12192000" cy="6940378"/>
          </a:xfrm>
          <a:prstGeom prst="rect">
            <a:avLst/>
          </a:prstGeom>
        </p:spPr>
      </p:pic>
      <p:sp>
        <p:nvSpPr>
          <p:cNvPr id="2" name="Title 1">
            <a:extLst>
              <a:ext uri="{FF2B5EF4-FFF2-40B4-BE49-F238E27FC236}">
                <a16:creationId xmlns:a16="http://schemas.microsoft.com/office/drawing/2014/main" id="{703EF611-733C-1E14-FE05-9B0B1D48DB4B}"/>
              </a:ext>
            </a:extLst>
          </p:cNvPr>
          <p:cNvSpPr>
            <a:spLocks noGrp="1"/>
          </p:cNvSpPr>
          <p:nvPr>
            <p:ph type="ctrTitle"/>
          </p:nvPr>
        </p:nvSpPr>
        <p:spPr/>
        <p:txBody>
          <a:bodyPr/>
          <a:lstStyle/>
          <a:p>
            <a:r>
              <a:rPr lang="en-US" dirty="0"/>
              <a:t>STEM Portfolio 2026</a:t>
            </a:r>
            <a:endParaRPr lang="en-AU" dirty="0"/>
          </a:p>
        </p:txBody>
      </p:sp>
      <p:sp>
        <p:nvSpPr>
          <p:cNvPr id="3" name="Subtitle 2">
            <a:extLst>
              <a:ext uri="{FF2B5EF4-FFF2-40B4-BE49-F238E27FC236}">
                <a16:creationId xmlns:a16="http://schemas.microsoft.com/office/drawing/2014/main" id="{65EDD024-2F28-4975-8D21-EE9F3E046365}"/>
              </a:ext>
            </a:extLst>
          </p:cNvPr>
          <p:cNvSpPr>
            <a:spLocks noGrp="1"/>
          </p:cNvSpPr>
          <p:nvPr>
            <p:ph type="subTitle" idx="1"/>
          </p:nvPr>
        </p:nvSpPr>
        <p:spPr/>
        <p:txBody>
          <a:bodyPr/>
          <a:lstStyle/>
          <a:p>
            <a:r>
              <a:rPr lang="en-US" dirty="0"/>
              <a:t>Noah</a:t>
            </a:r>
          </a:p>
          <a:p>
            <a:endParaRPr lang="en-US" dirty="0"/>
          </a:p>
        </p:txBody>
      </p:sp>
    </p:spTree>
    <p:extLst>
      <p:ext uri="{BB962C8B-B14F-4D97-AF65-F5344CB8AC3E}">
        <p14:creationId xmlns:p14="http://schemas.microsoft.com/office/powerpoint/2010/main" val="49781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p:nvPr/>
        </p:nvSpPr>
        <p:spPr>
          <a:xfrm>
            <a:off x="200" y="-133"/>
            <a:ext cx="5363123" cy="1143200"/>
          </a:xfrm>
          <a:prstGeom prst="rect">
            <a:avLst/>
          </a:prstGeom>
          <a:solidFill>
            <a:srgbClr val="2B903B"/>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4000" b="1" i="0" u="none" strike="noStrike" cap="none">
                <a:solidFill>
                  <a:schemeClr val="lt1"/>
                </a:solidFill>
                <a:latin typeface="Arial"/>
                <a:ea typeface="Arial"/>
                <a:cs typeface="Arial"/>
                <a:sym typeface="Arial"/>
              </a:rPr>
              <a:t>Our Town 2050</a:t>
            </a:r>
            <a:endParaRPr/>
          </a:p>
        </p:txBody>
      </p:sp>
      <p:sp>
        <p:nvSpPr>
          <p:cNvPr id="92" name="Google Shape;92;p1"/>
          <p:cNvSpPr/>
          <p:nvPr/>
        </p:nvSpPr>
        <p:spPr>
          <a:xfrm>
            <a:off x="200" y="1142900"/>
            <a:ext cx="5353923" cy="11432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3" name="Google Shape;93;p1"/>
          <p:cNvSpPr/>
          <p:nvPr/>
        </p:nvSpPr>
        <p:spPr>
          <a:xfrm>
            <a:off x="-2600" y="3429000"/>
            <a:ext cx="5350363" cy="1143200"/>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4" name="Google Shape;94;p1"/>
          <p:cNvSpPr/>
          <p:nvPr/>
        </p:nvSpPr>
        <p:spPr>
          <a:xfrm>
            <a:off x="-2600" y="2285975"/>
            <a:ext cx="5350500" cy="11433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 name="Google Shape;95;p1"/>
          <p:cNvSpPr/>
          <p:nvPr/>
        </p:nvSpPr>
        <p:spPr>
          <a:xfrm>
            <a:off x="-1" y="4572067"/>
            <a:ext cx="5354123" cy="11432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6" name="Google Shape;96;p1"/>
          <p:cNvSpPr/>
          <p:nvPr/>
        </p:nvSpPr>
        <p:spPr>
          <a:xfrm>
            <a:off x="-1" y="5715100"/>
            <a:ext cx="5363323" cy="11432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7" name="Google Shape;97;p1"/>
          <p:cNvSpPr txBox="1"/>
          <p:nvPr/>
        </p:nvSpPr>
        <p:spPr>
          <a:xfrm>
            <a:off x="-9000" y="13486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Investigating and Defining</a:t>
            </a:r>
            <a:endParaRPr sz="2400">
              <a:solidFill>
                <a:schemeClr val="lt1"/>
              </a:solidFill>
              <a:latin typeface="Arial"/>
              <a:ea typeface="Arial"/>
              <a:cs typeface="Arial"/>
              <a:sym typeface="Arial"/>
            </a:endParaRPr>
          </a:p>
        </p:txBody>
      </p:sp>
      <p:sp>
        <p:nvSpPr>
          <p:cNvPr id="98" name="Google Shape;98;p1"/>
          <p:cNvSpPr txBox="1"/>
          <p:nvPr/>
        </p:nvSpPr>
        <p:spPr>
          <a:xfrm>
            <a:off x="20800" y="2549751"/>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Generating and Designing</a:t>
            </a:r>
            <a:endParaRPr sz="2400">
              <a:solidFill>
                <a:schemeClr val="lt1"/>
              </a:solidFill>
              <a:latin typeface="Arial"/>
              <a:ea typeface="Arial"/>
              <a:cs typeface="Arial"/>
              <a:sym typeface="Arial"/>
            </a:endParaRPr>
          </a:p>
        </p:txBody>
      </p:sp>
      <p:sp>
        <p:nvSpPr>
          <p:cNvPr id="99" name="Google Shape;99;p1"/>
          <p:cNvSpPr txBox="1"/>
          <p:nvPr/>
        </p:nvSpPr>
        <p:spPr>
          <a:xfrm>
            <a:off x="-11399" y="3692817"/>
            <a:ext cx="5303927"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Producing and Implementing</a:t>
            </a:r>
            <a:endParaRPr sz="2400">
              <a:solidFill>
                <a:schemeClr val="lt1"/>
              </a:solidFill>
              <a:latin typeface="Arial"/>
              <a:ea typeface="Arial"/>
              <a:cs typeface="Arial"/>
              <a:sym typeface="Arial"/>
            </a:endParaRPr>
          </a:p>
        </p:txBody>
      </p:sp>
      <p:sp>
        <p:nvSpPr>
          <p:cNvPr id="100" name="Google Shape;100;p1"/>
          <p:cNvSpPr txBox="1"/>
          <p:nvPr/>
        </p:nvSpPr>
        <p:spPr>
          <a:xfrm>
            <a:off x="-20600" y="48358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Evaluating</a:t>
            </a:r>
            <a:endParaRPr sz="2400">
              <a:solidFill>
                <a:schemeClr val="lt1"/>
              </a:solidFill>
              <a:latin typeface="Arial"/>
              <a:ea typeface="Arial"/>
              <a:cs typeface="Arial"/>
              <a:sym typeface="Arial"/>
            </a:endParaRPr>
          </a:p>
        </p:txBody>
      </p:sp>
      <p:sp>
        <p:nvSpPr>
          <p:cNvPr id="101" name="Google Shape;101;p1"/>
          <p:cNvSpPr txBox="1"/>
          <p:nvPr/>
        </p:nvSpPr>
        <p:spPr>
          <a:xfrm>
            <a:off x="20800" y="5963367"/>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Planning and Managing</a:t>
            </a:r>
            <a:endParaRPr sz="24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blip>
          <a:srcRect/>
          <a:stretch/>
        </p:blipFill>
        <p:spPr>
          <a:xfrm>
            <a:off x="5334000" y="0"/>
            <a:ext cx="6858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12" name="Google Shape;112;p2"/>
          <p:cNvSpPr/>
          <p:nvPr/>
        </p:nvSpPr>
        <p:spPr>
          <a:xfrm>
            <a:off x="1002132" y="538529"/>
            <a:ext cx="10673131" cy="2557993"/>
          </a:xfrm>
          <a:prstGeom prst="roundRect">
            <a:avLst>
              <a:gd name="adj" fmla="val 16667"/>
            </a:avLst>
          </a:prstGeom>
          <a:solidFill>
            <a:srgbClr val="7F4C9C">
              <a:alpha val="73725"/>
            </a:srgbClr>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3" name="Google Shape;113;p2"/>
          <p:cNvSpPr txBox="1"/>
          <p:nvPr/>
        </p:nvSpPr>
        <p:spPr>
          <a:xfrm>
            <a:off x="1374842" y="819030"/>
            <a:ext cx="9927600" cy="1939500"/>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4400" b="1">
                <a:solidFill>
                  <a:schemeClr val="lt1"/>
                </a:solidFill>
                <a:latin typeface="Roboto"/>
                <a:ea typeface="Roboto"/>
                <a:cs typeface="Roboto"/>
                <a:sym typeface="Roboto"/>
              </a:rPr>
              <a:t>How can you redesign elements of your town to ensure it thrives in 2050?</a:t>
            </a:r>
            <a:endParaRPr sz="4400" b="1">
              <a:solidFill>
                <a:schemeClr val="lt1"/>
              </a:solidFill>
              <a:latin typeface="Arial"/>
              <a:ea typeface="Arial"/>
              <a:cs typeface="Arial"/>
              <a:sym typeface="Arial"/>
            </a:endParaRPr>
          </a:p>
        </p:txBody>
      </p:sp>
      <p:grpSp>
        <p:nvGrpSpPr>
          <p:cNvPr id="114" name="Google Shape;114;p2"/>
          <p:cNvGrpSpPr/>
          <p:nvPr/>
        </p:nvGrpSpPr>
        <p:grpSpPr>
          <a:xfrm>
            <a:off x="-83523" y="0"/>
            <a:ext cx="493925" cy="6858300"/>
            <a:chOff x="-83523" y="0"/>
            <a:chExt cx="493925" cy="6858300"/>
          </a:xfrm>
        </p:grpSpPr>
        <p:sp>
          <p:nvSpPr>
            <p:cNvPr id="115" name="Google Shape;115;p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6" name="Google Shape;116;p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7" name="Google Shape;117;p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 name="Google Shape;118;p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 name="Google Shape;119;p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0" name="Google Shape;120;p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21" name="Google Shape;121;p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22" name="Google Shape;122;p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23" name="Google Shape;123;p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24" name="Google Shape;124;p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25" name="Google Shape;125;p2"/>
          <p:cNvSpPr txBox="1"/>
          <p:nvPr/>
        </p:nvSpPr>
        <p:spPr>
          <a:xfrm>
            <a:off x="657503" y="3416093"/>
            <a:ext cx="11260800" cy="65661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667">
                <a:solidFill>
                  <a:schemeClr val="dk1"/>
                </a:solidFill>
                <a:latin typeface="Arial"/>
                <a:ea typeface="Arial"/>
                <a:cs typeface="Arial"/>
                <a:sym typeface="Arial"/>
              </a:rPr>
              <a:t>You will all be using the design process in this learning experience.</a:t>
            </a:r>
            <a:endParaRPr sz="2933">
              <a:solidFill>
                <a:schemeClr val="dk1"/>
              </a:solidFill>
              <a:latin typeface="Arial"/>
              <a:ea typeface="Arial"/>
              <a:cs typeface="Arial"/>
              <a:sym typeface="Arial"/>
            </a:endParaRPr>
          </a:p>
        </p:txBody>
      </p:sp>
      <p:grpSp>
        <p:nvGrpSpPr>
          <p:cNvPr id="126" name="Google Shape;126;p2"/>
          <p:cNvGrpSpPr/>
          <p:nvPr/>
        </p:nvGrpSpPr>
        <p:grpSpPr>
          <a:xfrm>
            <a:off x="1324039" y="4045533"/>
            <a:ext cx="10645000" cy="2437682"/>
            <a:chOff x="1519912" y="3251317"/>
            <a:chExt cx="6499133" cy="1488287"/>
          </a:xfrm>
        </p:grpSpPr>
        <p:sp>
          <p:nvSpPr>
            <p:cNvPr id="127" name="Google Shape;127;p2"/>
            <p:cNvSpPr/>
            <p:nvPr/>
          </p:nvSpPr>
          <p:spPr>
            <a:xfrm>
              <a:off x="1519912" y="3510954"/>
              <a:ext cx="1152600" cy="1152300"/>
            </a:xfrm>
            <a:prstGeom prst="rect">
              <a:avLst/>
            </a:prstGeom>
            <a:noFill/>
            <a:ln w="38100" cap="flat" cmpd="sng">
              <a:solidFill>
                <a:srgbClr val="38761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Design Challenge</a:t>
              </a:r>
              <a:endParaRPr sz="1467" b="1">
                <a:solidFill>
                  <a:schemeClr val="dk1"/>
                </a:solidFill>
                <a:latin typeface="Arial"/>
                <a:ea typeface="Arial"/>
                <a:cs typeface="Arial"/>
                <a:sym typeface="Arial"/>
              </a:endParaRPr>
            </a:p>
          </p:txBody>
        </p:sp>
        <p:sp>
          <p:nvSpPr>
            <p:cNvPr id="128" name="Google Shape;128;p2"/>
            <p:cNvSpPr/>
            <p:nvPr/>
          </p:nvSpPr>
          <p:spPr>
            <a:xfrm>
              <a:off x="2680750" y="3457404"/>
              <a:ext cx="1282200" cy="1282200"/>
            </a:xfrm>
            <a:prstGeom prst="diamond">
              <a:avLst/>
            </a:prstGeom>
            <a:noFill/>
            <a:ln w="38100" cap="flat" cmpd="sng">
              <a:solidFill>
                <a:srgbClr val="6AA84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9" name="Google Shape;129;p2"/>
            <p:cNvSpPr/>
            <p:nvPr/>
          </p:nvSpPr>
          <p:spPr>
            <a:xfrm>
              <a:off x="3962683" y="3457404"/>
              <a:ext cx="1282200" cy="1282200"/>
            </a:xfrm>
            <a:prstGeom prst="diamond">
              <a:avLst/>
            </a:prstGeom>
            <a:noFill/>
            <a:ln w="3810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 name="Google Shape;130;p2"/>
            <p:cNvSpPr/>
            <p:nvPr/>
          </p:nvSpPr>
          <p:spPr>
            <a:xfrm>
              <a:off x="5244617" y="3457404"/>
              <a:ext cx="1282200" cy="1282200"/>
            </a:xfrm>
            <a:prstGeom prst="diamond">
              <a:avLst/>
            </a:prstGeom>
            <a:noFill/>
            <a:ln w="38100" cap="flat" cmpd="sng">
              <a:solidFill>
                <a:srgbClr val="1155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 name="Google Shape;131;p2"/>
            <p:cNvSpPr/>
            <p:nvPr/>
          </p:nvSpPr>
          <p:spPr>
            <a:xfrm>
              <a:off x="6526550" y="3457404"/>
              <a:ext cx="1282200" cy="1282200"/>
            </a:xfrm>
            <a:prstGeom prst="diamond">
              <a:avLst/>
            </a:prstGeom>
            <a:noFill/>
            <a:ln w="38100" cap="flat" cmpd="sng">
              <a:solidFill>
                <a:srgbClr val="A64D7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 name="Google Shape;132;p2"/>
            <p:cNvSpPr txBox="1"/>
            <p:nvPr/>
          </p:nvSpPr>
          <p:spPr>
            <a:xfrm rot="-2701619">
              <a:off x="2466940" y="3529520"/>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Discover</a:t>
              </a:r>
              <a:endParaRPr sz="1333">
                <a:solidFill>
                  <a:schemeClr val="dk1"/>
                </a:solidFill>
                <a:latin typeface="Arial"/>
                <a:ea typeface="Arial"/>
                <a:cs typeface="Arial"/>
                <a:sym typeface="Arial"/>
              </a:endParaRPr>
            </a:p>
          </p:txBody>
        </p:sp>
        <p:sp>
          <p:nvSpPr>
            <p:cNvPr id="133" name="Google Shape;133;p2"/>
            <p:cNvSpPr txBox="1"/>
            <p:nvPr/>
          </p:nvSpPr>
          <p:spPr>
            <a:xfrm rot="-2701619">
              <a:off x="371471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Ideate</a:t>
              </a:r>
              <a:endParaRPr sz="1333">
                <a:solidFill>
                  <a:schemeClr val="dk1"/>
                </a:solidFill>
                <a:latin typeface="Arial"/>
                <a:ea typeface="Arial"/>
                <a:cs typeface="Arial"/>
                <a:sym typeface="Arial"/>
              </a:endParaRPr>
            </a:p>
          </p:txBody>
        </p:sp>
        <p:sp>
          <p:nvSpPr>
            <p:cNvPr id="134" name="Google Shape;134;p2"/>
            <p:cNvSpPr txBox="1"/>
            <p:nvPr/>
          </p:nvSpPr>
          <p:spPr>
            <a:xfrm rot="-2701619">
              <a:off x="4979528"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Develop</a:t>
              </a:r>
              <a:endParaRPr sz="1333">
                <a:solidFill>
                  <a:schemeClr val="dk1"/>
                </a:solidFill>
                <a:latin typeface="Arial"/>
                <a:ea typeface="Arial"/>
                <a:cs typeface="Arial"/>
                <a:sym typeface="Arial"/>
              </a:endParaRPr>
            </a:p>
          </p:txBody>
        </p:sp>
        <p:sp>
          <p:nvSpPr>
            <p:cNvPr id="135" name="Google Shape;135;p2"/>
            <p:cNvSpPr txBox="1"/>
            <p:nvPr/>
          </p:nvSpPr>
          <p:spPr>
            <a:xfrm rot="-2701619">
              <a:off x="628246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Showcase</a:t>
              </a:r>
              <a:endParaRPr sz="1333">
                <a:solidFill>
                  <a:schemeClr val="dk1"/>
                </a:solidFill>
                <a:latin typeface="Arial"/>
                <a:ea typeface="Arial"/>
                <a:cs typeface="Arial"/>
                <a:sym typeface="Arial"/>
              </a:endParaRPr>
            </a:p>
          </p:txBody>
        </p:sp>
        <p:sp>
          <p:nvSpPr>
            <p:cNvPr id="136" name="Google Shape;136;p2"/>
            <p:cNvSpPr txBox="1"/>
            <p:nvPr/>
          </p:nvSpPr>
          <p:spPr>
            <a:xfrm rot="2698372">
              <a:off x="3286514" y="3529511"/>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Define</a:t>
              </a:r>
              <a:endParaRPr sz="1333">
                <a:solidFill>
                  <a:schemeClr val="dk1"/>
                </a:solidFill>
                <a:latin typeface="Arial"/>
                <a:ea typeface="Arial"/>
                <a:cs typeface="Arial"/>
                <a:sym typeface="Arial"/>
              </a:endParaRPr>
            </a:p>
          </p:txBody>
        </p:sp>
        <p:sp>
          <p:nvSpPr>
            <p:cNvPr id="137" name="Google Shape;137;p2"/>
            <p:cNvSpPr txBox="1"/>
            <p:nvPr/>
          </p:nvSpPr>
          <p:spPr>
            <a:xfrm rot="2698372">
              <a:off x="45701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Refine</a:t>
              </a:r>
              <a:endParaRPr sz="1333">
                <a:solidFill>
                  <a:schemeClr val="dk1"/>
                </a:solidFill>
                <a:latin typeface="Arial"/>
                <a:ea typeface="Arial"/>
                <a:cs typeface="Arial"/>
                <a:sym typeface="Arial"/>
              </a:endParaRPr>
            </a:p>
          </p:txBody>
        </p:sp>
        <p:sp>
          <p:nvSpPr>
            <p:cNvPr id="138" name="Google Shape;138;p2"/>
            <p:cNvSpPr txBox="1"/>
            <p:nvPr/>
          </p:nvSpPr>
          <p:spPr>
            <a:xfrm rot="2698372">
              <a:off x="585381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Deliver</a:t>
              </a:r>
              <a:endParaRPr sz="1333">
                <a:solidFill>
                  <a:schemeClr val="dk1"/>
                </a:solidFill>
                <a:latin typeface="Arial"/>
                <a:ea typeface="Arial"/>
                <a:cs typeface="Arial"/>
                <a:sym typeface="Arial"/>
              </a:endParaRPr>
            </a:p>
          </p:txBody>
        </p:sp>
        <p:sp>
          <p:nvSpPr>
            <p:cNvPr id="139" name="Google Shape;139;p2"/>
            <p:cNvSpPr txBox="1"/>
            <p:nvPr/>
          </p:nvSpPr>
          <p:spPr>
            <a:xfrm rot="2698372">
              <a:off x="71570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Discuss</a:t>
              </a:r>
              <a:endParaRPr sz="1333">
                <a:solidFill>
                  <a:schemeClr val="dk1"/>
                </a:solidFill>
                <a:latin typeface="Arial"/>
                <a:ea typeface="Arial"/>
                <a:cs typeface="Arial"/>
                <a:sym typeface="Arial"/>
              </a:endParaRPr>
            </a:p>
          </p:txBody>
        </p:sp>
        <p:sp>
          <p:nvSpPr>
            <p:cNvPr id="140" name="Google Shape;140;p2"/>
            <p:cNvSpPr txBox="1"/>
            <p:nvPr/>
          </p:nvSpPr>
          <p:spPr>
            <a:xfrm>
              <a:off x="2697862" y="38947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Investigating &amp; Defining</a:t>
              </a:r>
              <a:endParaRPr/>
            </a:p>
          </p:txBody>
        </p:sp>
        <p:sp>
          <p:nvSpPr>
            <p:cNvPr id="141" name="Google Shape;141;p2"/>
            <p:cNvSpPr txBox="1"/>
            <p:nvPr/>
          </p:nvSpPr>
          <p:spPr>
            <a:xfrm>
              <a:off x="3977650" y="39061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Generating &amp; Designing</a:t>
              </a:r>
              <a:endParaRPr/>
            </a:p>
          </p:txBody>
        </p:sp>
        <p:sp>
          <p:nvSpPr>
            <p:cNvPr id="142" name="Google Shape;142;p2"/>
            <p:cNvSpPr txBox="1"/>
            <p:nvPr/>
          </p:nvSpPr>
          <p:spPr>
            <a:xfrm>
              <a:off x="5253150" y="3890607"/>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Producing &amp; Implementing</a:t>
              </a:r>
              <a:endParaRPr/>
            </a:p>
          </p:txBody>
        </p:sp>
        <p:sp>
          <p:nvSpPr>
            <p:cNvPr id="143" name="Google Shape;143;p2"/>
            <p:cNvSpPr txBox="1"/>
            <p:nvPr/>
          </p:nvSpPr>
          <p:spPr>
            <a:xfrm>
              <a:off x="6530800" y="3941199"/>
              <a:ext cx="1265100" cy="288140"/>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Evaluating</a:t>
              </a:r>
              <a:endParaRPr/>
            </a:p>
          </p:txBody>
        </p:sp>
      </p:grpSp>
      <p:sp>
        <p:nvSpPr>
          <p:cNvPr id="144" name="Google Shape;144;p2" descr="A breathtaking futuristic cityscape designed with solarpunk principles. The city is vibrant, lush, and eco-friendly, featuring towering skyscrapers covered in greenery and vertical gardens. Solar panels are integrated seamlessly into the architecture, and wind turbines are elegantly incorporated into the design. Walkways are adorned with flowering plants and trees, and citizens move around on bicycles and electric vehicles. The streets are clean and lined with smart urban furniture, while clear, blue skies indicate clean air. The scene is illuminated by soft, eco-friendly lighting, creating a utopian, harmonious atmosphere."/>
          <p:cNvSpPr/>
          <p:nvPr/>
        </p:nvSpPr>
        <p:spPr>
          <a:xfrm>
            <a:off x="5892800" y="3225800"/>
            <a:ext cx="406400" cy="406400"/>
          </a:xfrm>
          <a:prstGeom prst="rect">
            <a:avLst/>
          </a:prstGeom>
          <a:no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50" name="Google Shape;150;p3"/>
          <p:cNvSpPr txBox="1"/>
          <p:nvPr/>
        </p:nvSpPr>
        <p:spPr>
          <a:xfrm>
            <a:off x="1256539" y="365070"/>
            <a:ext cx="9931208" cy="55395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dk1"/>
                </a:solidFill>
                <a:latin typeface="Arial"/>
                <a:ea typeface="Arial"/>
                <a:cs typeface="Arial"/>
                <a:sym typeface="Arial"/>
              </a:rPr>
              <a:t>Suggested Timeline of Student-Centered Activities</a:t>
            </a:r>
            <a:endParaRPr sz="2000" b="1">
              <a:solidFill>
                <a:schemeClr val="dk1"/>
              </a:solidFill>
              <a:latin typeface="Arial"/>
              <a:ea typeface="Arial"/>
              <a:cs typeface="Arial"/>
              <a:sym typeface="Arial"/>
            </a:endParaRPr>
          </a:p>
        </p:txBody>
      </p:sp>
      <p:graphicFrame>
        <p:nvGraphicFramePr>
          <p:cNvPr id="151" name="Google Shape;151;p3"/>
          <p:cNvGraphicFramePr/>
          <p:nvPr/>
        </p:nvGraphicFramePr>
        <p:xfrm>
          <a:off x="1256539" y="965575"/>
          <a:ext cx="9931200" cy="5443330"/>
        </p:xfrm>
        <a:graphic>
          <a:graphicData uri="http://schemas.openxmlformats.org/drawingml/2006/table">
            <a:tbl>
              <a:tblPr>
                <a:noFill/>
                <a:tableStyleId>{E5B5EC9E-9983-4339-AEF5-35140938B591}</a:tableStyleId>
              </a:tblPr>
              <a:tblGrid>
                <a:gridCol w="2284325">
                  <a:extLst>
                    <a:ext uri="{9D8B030D-6E8A-4147-A177-3AD203B41FA5}">
                      <a16:colId xmlns:a16="http://schemas.microsoft.com/office/drawing/2014/main" val="20000"/>
                    </a:ext>
                  </a:extLst>
                </a:gridCol>
                <a:gridCol w="3550600">
                  <a:extLst>
                    <a:ext uri="{9D8B030D-6E8A-4147-A177-3AD203B41FA5}">
                      <a16:colId xmlns:a16="http://schemas.microsoft.com/office/drawing/2014/main" val="20001"/>
                    </a:ext>
                  </a:extLst>
                </a:gridCol>
                <a:gridCol w="4096275">
                  <a:extLst>
                    <a:ext uri="{9D8B030D-6E8A-4147-A177-3AD203B41FA5}">
                      <a16:colId xmlns:a16="http://schemas.microsoft.com/office/drawing/2014/main" val="20002"/>
                    </a:ext>
                  </a:extLst>
                </a:gridCol>
              </a:tblGrid>
              <a:tr h="379675">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Session</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Stage</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Activity</a:t>
                      </a:r>
                      <a:endParaRPr/>
                    </a:p>
                  </a:txBody>
                  <a:tcPr marL="91450" marR="91450" marT="0"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Explore Solarpunk &amp; Annotate Image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1"/>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Future Challenges Reflection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2"/>
                  </a:ext>
                </a:extLst>
              </a:tr>
              <a:tr h="39192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Mind Map of Key Issues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3"/>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Sustainability Analysis (3 Pillars)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4"/>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3</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Visual Research of Structures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5"/>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Brief (Starburst Template)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6"/>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Evaluation Criteria</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7"/>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Morphological Matrix &amp; Idea Generation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8"/>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Sketches &amp; Concept Features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9"/>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6 - 8</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Final Design (CAD or Sketch)</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9</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Clr>
                          <a:schemeClr val="dk1"/>
                        </a:buClr>
                        <a:buSzPts val="1600"/>
                        <a:buFont typeface="Arial"/>
                        <a:buNone/>
                      </a:pPr>
                      <a:r>
                        <a:rPr lang="en-GB" sz="1600" b="1" u="none" strike="noStrike" cap="none">
                          <a:solidFill>
                            <a:schemeClr val="dk1"/>
                          </a:solidFill>
                        </a:rPr>
                        <a:t>Planning and Managing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Production Planning</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1"/>
                  </a:ext>
                </a:extLst>
              </a:tr>
              <a:tr h="245450">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10-14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Model Making</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2"/>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Evaluating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Reflection &amp; Impact Evaluation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3"/>
                  </a:ext>
                </a:extLst>
              </a:tr>
            </a:tbl>
          </a:graphicData>
        </a:graphic>
      </p:graphicFrame>
      <p:grpSp>
        <p:nvGrpSpPr>
          <p:cNvPr id="152" name="Google Shape;152;p3"/>
          <p:cNvGrpSpPr/>
          <p:nvPr/>
        </p:nvGrpSpPr>
        <p:grpSpPr>
          <a:xfrm>
            <a:off x="-83523" y="0"/>
            <a:ext cx="493925" cy="6858300"/>
            <a:chOff x="-83523" y="0"/>
            <a:chExt cx="493925" cy="6858300"/>
          </a:xfrm>
        </p:grpSpPr>
        <p:sp>
          <p:nvSpPr>
            <p:cNvPr id="153" name="Google Shape;153;p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4" name="Google Shape;154;p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5" name="Google Shape;155;p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6" name="Google Shape;156;p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7" name="Google Shape;157;p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8" name="Google Shape;158;p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59" name="Google Shape;159;p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60" name="Google Shape;160;p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61" name="Google Shape;161;p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62" name="Google Shape;162;p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63" name="Google Shape;163;p3" descr="A futuristic and sustainable Australian country town in 2050 with multiple community hubs. The town features a central eco-friendly community centre with solar panels, green roofs, and large glass windows, surrounded by various specialized hubs including a technology innovation centre, a vertical farming hub, a renewable energy research facility, and an arts and culture space. Wide streets lined with native trees connect these hubs, with people engaging in workshops, markets, and social activities. Autonomous electric vehicles, bicycles, and smart benches are present. The background includes modern eco-homes, wind turbines, and lush green landscapes, blending advanced technology with nature. No visible text in the imag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4"/>
          <p:cNvPicPr preferRelativeResize="0"/>
          <p:nvPr/>
        </p:nvPicPr>
        <p:blipFill rotWithShape="1">
          <a:blip r:embed="rId3">
            <a:alphaModFix amt="35000"/>
          </a:blip>
          <a:srcRect/>
          <a:stretch/>
        </p:blipFill>
        <p:spPr>
          <a:xfrm>
            <a:off x="326879" y="0"/>
            <a:ext cx="11861101" cy="6858000"/>
          </a:xfrm>
          <a:prstGeom prst="rect">
            <a:avLst/>
          </a:prstGeom>
          <a:noFill/>
          <a:ln>
            <a:noFill/>
          </a:ln>
        </p:spPr>
      </p:pic>
      <p:graphicFrame>
        <p:nvGraphicFramePr>
          <p:cNvPr id="169" name="Google Shape;169;p4"/>
          <p:cNvGraphicFramePr/>
          <p:nvPr/>
        </p:nvGraphicFramePr>
        <p:xfrm>
          <a:off x="791993" y="942898"/>
          <a:ext cx="10638000" cy="5550025"/>
        </p:xfrm>
        <a:graphic>
          <a:graphicData uri="http://schemas.openxmlformats.org/drawingml/2006/table">
            <a:tbl>
              <a:tblPr>
                <a:noFill/>
                <a:tableStyleId>{E5B5EC9E-9983-4339-AEF5-35140938B591}</a:tableStyleId>
              </a:tblPr>
              <a:tblGrid>
                <a:gridCol w="2036925">
                  <a:extLst>
                    <a:ext uri="{9D8B030D-6E8A-4147-A177-3AD203B41FA5}">
                      <a16:colId xmlns:a16="http://schemas.microsoft.com/office/drawing/2014/main" val="20000"/>
                    </a:ext>
                  </a:extLst>
                </a:gridCol>
                <a:gridCol w="8601075">
                  <a:extLst>
                    <a:ext uri="{9D8B030D-6E8A-4147-A177-3AD203B41FA5}">
                      <a16:colId xmlns:a16="http://schemas.microsoft.com/office/drawing/2014/main" val="20001"/>
                    </a:ext>
                  </a:extLst>
                </a:gridCol>
              </a:tblGrid>
              <a:tr h="193250">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Curriculum Area</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Content Description</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0"/>
                  </a:ext>
                </a:extLst>
              </a:tr>
              <a:tr h="393575">
                <a:tc rowSpan="6">
                  <a:txBody>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000000"/>
                          </a:solidFill>
                          <a:latin typeface="Play"/>
                          <a:ea typeface="Play"/>
                          <a:cs typeface="Play"/>
                          <a:sym typeface="Play"/>
                        </a:rPr>
                        <a:t>Design and Technologies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u="none" strike="noStrike" cap="none">
                          <a:latin typeface="Play"/>
                          <a:ea typeface="Play"/>
                          <a:cs typeface="Play"/>
                          <a:sym typeface="Play"/>
                        </a:rPr>
                        <a:t>Investigate how people in design and technologies occupations address competing considerations, including sustainability, when designing products, services and environments for current and future use</a:t>
                      </a:r>
                      <a:endParaRPr sz="1200" b="0" i="0" u="none" strike="noStrike" cap="none">
                        <a:solidFill>
                          <a:srgbClr val="000000"/>
                        </a:solidFill>
                        <a:latin typeface="Play"/>
                        <a:ea typeface="Play"/>
                        <a:cs typeface="Play"/>
                        <a:sym typeface="Play"/>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1"/>
                  </a:ext>
                </a:extLst>
              </a:tr>
              <a:tr h="499175">
                <a:tc vMerge="1">
                  <a:txBody>
                    <a:bodyPr/>
                    <a:lstStyle/>
                    <a:p>
                      <a:endParaRPr lang="en-US"/>
                    </a:p>
                  </a:txBody>
                  <a:tcPr/>
                </a:tc>
                <a:tc>
                  <a:txBody>
                    <a:bodyPr/>
                    <a:lstStyle/>
                    <a:p>
                      <a:pPr marL="0" marR="0" lvl="0" indent="0" algn="l" rtl="0">
                        <a:spcBef>
                          <a:spcPts val="0"/>
                        </a:spcBef>
                        <a:spcAft>
                          <a:spcPts val="0"/>
                        </a:spcAft>
                        <a:buNone/>
                      </a:pPr>
                      <a:r>
                        <a:rPr lang="en-GB" sz="1200" u="none" strike="noStrike" cap="none"/>
                        <a:t>Analyse how the design and innovation of products, services, and environments can respond to changing needs, opportunities, or sustainability challenges</a:t>
                      </a:r>
                      <a:endParaRPr sz="1200" u="none" strike="noStrike" cap="none"/>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2"/>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Generate, test, iterate and communicate design ideas, processes and solutions using technical terms and graphical representation techniques and appropriate attributions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3"/>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make judgments on how characteristics and properties of materials, systems, components, tools, and equipment can be combined to create designed solutions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4"/>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Evaluate design ideas, processes and solutions based on functional, aesthetic, ethical, environmental, economic and social factors using evaluation criteria developed with consideration of 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5"/>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Effectively and safely use a broad range of materials, components, tools, equipment, and techniques to produce designed solutions for intended purposes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6"/>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Critical and Creative Thinking</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Pose questions to probe assumptions and investigate complex issues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7"/>
                  </a:ext>
                </a:extLst>
              </a:tr>
              <a:tr h="3084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evaluate the strength of arguments and evidence in assessing conflicting perspectives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8"/>
                  </a:ext>
                </a:extLst>
              </a:tr>
              <a:tr h="3919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Geography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The distribution and influence of accessibility to services and facilities on people’s perceptions of the liveability of places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9"/>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strategies to create sustainable futures in relation to environmental, economic and social challenges, and explain the likely effects of these strategies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0"/>
                  </a:ext>
                </a:extLst>
              </a:tr>
              <a:tr h="393575">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Ethical Capability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how problems may contain more than one ethical issue, comparing the relative significance of each issue and recognising areas of contestability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1"/>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Explore the extent of ethical obligation and the tension between respecting the rights of others and having a responsibility to the wider community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2"/>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Analyse and evaluate the impact of decisions and actions on the sustainability of resources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3"/>
                  </a:ext>
                </a:extLst>
              </a:tr>
              <a:tr h="3919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Reflect on how sustainable practices and worldviews influence the development of strategies that support sustainable futures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4"/>
                  </a:ext>
                </a:extLst>
              </a:tr>
            </a:tbl>
          </a:graphicData>
        </a:graphic>
      </p:graphicFrame>
      <p:sp>
        <p:nvSpPr>
          <p:cNvPr id="170" name="Google Shape;170;p4"/>
          <p:cNvSpPr txBox="1"/>
          <p:nvPr/>
        </p:nvSpPr>
        <p:spPr>
          <a:xfrm>
            <a:off x="2191050" y="23844"/>
            <a:ext cx="7809900" cy="110796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500"/>
              <a:buFont typeface="Arial"/>
              <a:buNone/>
            </a:pPr>
            <a:r>
              <a:rPr lang="en-GB" sz="1500" b="1">
                <a:solidFill>
                  <a:schemeClr val="dk1"/>
                </a:solidFill>
                <a:latin typeface="Arial"/>
                <a:ea typeface="Arial"/>
                <a:cs typeface="Arial"/>
                <a:sym typeface="Arial"/>
              </a:rPr>
              <a:t>LEARNING MAP</a:t>
            </a:r>
            <a:endParaRPr/>
          </a:p>
          <a:p>
            <a:pPr marL="0" marR="0" lvl="0" indent="0" algn="ctr" rtl="0">
              <a:spcBef>
                <a:spcPts val="0"/>
              </a:spcBef>
              <a:spcAft>
                <a:spcPts val="0"/>
              </a:spcAft>
              <a:buNone/>
            </a:pPr>
            <a:r>
              <a:rPr lang="en-GB" sz="1500">
                <a:solidFill>
                  <a:schemeClr val="dk1"/>
                </a:solidFill>
                <a:latin typeface="Arial"/>
                <a:ea typeface="Arial"/>
                <a:cs typeface="Arial"/>
                <a:sym typeface="Arial"/>
              </a:rPr>
              <a:t>(Depending On Student Choices)</a:t>
            </a:r>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p:txBody>
      </p:sp>
      <p:grpSp>
        <p:nvGrpSpPr>
          <p:cNvPr id="171" name="Google Shape;171;p4"/>
          <p:cNvGrpSpPr/>
          <p:nvPr/>
        </p:nvGrpSpPr>
        <p:grpSpPr>
          <a:xfrm>
            <a:off x="-83523" y="0"/>
            <a:ext cx="493925" cy="6858300"/>
            <a:chOff x="-83523" y="0"/>
            <a:chExt cx="493925" cy="6858300"/>
          </a:xfrm>
        </p:grpSpPr>
        <p:sp>
          <p:nvSpPr>
            <p:cNvPr id="172" name="Google Shape;172;p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3" name="Google Shape;173;p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4" name="Google Shape;174;p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5" name="Google Shape;175;p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6" name="Google Shape;176;p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7" name="Google Shape;177;p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78" name="Google Shape;178;p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79" name="Google Shape;179;p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80" name="Google Shape;180;p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81" name="Google Shape;181;p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87" name="Google Shape;187;p5"/>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188" name="Google Shape;188;p5"/>
          <p:cNvGraphicFramePr/>
          <p:nvPr/>
        </p:nvGraphicFramePr>
        <p:xfrm>
          <a:off x="659422" y="507019"/>
          <a:ext cx="11289325" cy="6030100"/>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extLst>
                  <a:ext uri="{0D108BD9-81ED-4DB2-BD59-A6C34878D82A}">
                    <a16:rowId xmlns:a16="http://schemas.microsoft.com/office/drawing/2014/main" val="1000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3"/>
                  </a:ext>
                </a:extLst>
              </a:tr>
              <a:tr h="5105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9"/>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extLst>
                  <a:ext uri="{0D108BD9-81ED-4DB2-BD59-A6C34878D82A}">
                    <a16:rowId xmlns:a16="http://schemas.microsoft.com/office/drawing/2014/main" val="1001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1"/>
                  </a:ext>
                </a:extLst>
              </a:tr>
              <a:tr h="510550">
                <a:tc>
                  <a:txBody>
                    <a:bodyPr/>
                    <a:lstStyle/>
                    <a:p>
                      <a:pPr marL="0" marR="0" lvl="0" indent="0" algn="ctr" rtl="0">
                        <a:spcBef>
                          <a:spcPts val="0"/>
                        </a:spcBef>
                        <a:spcAft>
                          <a:spcPts val="0"/>
                        </a:spcAft>
                        <a:buNone/>
                      </a:pPr>
                      <a:r>
                        <a:rPr lang="en-GB" sz="1000" b="0" i="0" u="none" strike="noStrike" cap="none">
                          <a:solidFill>
                            <a:srgbClr val="000000"/>
                          </a:solidFill>
                          <a:latin typeface="Arial"/>
                          <a:ea typeface="Arial"/>
                          <a:cs typeface="Arial"/>
                          <a:sym typeface="Arial"/>
                        </a:rPr>
                        <a:t>Generating &amp; Designing</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Model Making (Architectural Model)</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incomplete, lacks detail, or is poorly constructed</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constructed but lacks refinement or accurate proportions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Well-constructed model demonstrating scale, proportion, and key architectural features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highly detailed, professionally presented, using high-quality materials and demonstrating advanced techniques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2"/>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extLst>
                  <a:ext uri="{0D108BD9-81ED-4DB2-BD59-A6C34878D82A}">
                    <a16:rowId xmlns:a16="http://schemas.microsoft.com/office/drawing/2014/main" val="10013"/>
                  </a:ext>
                </a:extLst>
              </a:tr>
            </a:tbl>
          </a:graphicData>
        </a:graphic>
      </p:graphicFrame>
      <p:grpSp>
        <p:nvGrpSpPr>
          <p:cNvPr id="189" name="Google Shape;189;p5"/>
          <p:cNvGrpSpPr/>
          <p:nvPr/>
        </p:nvGrpSpPr>
        <p:grpSpPr>
          <a:xfrm>
            <a:off x="-83523" y="0"/>
            <a:ext cx="493925" cy="6858300"/>
            <a:chOff x="-83523" y="0"/>
            <a:chExt cx="493925" cy="6858300"/>
          </a:xfrm>
        </p:grpSpPr>
        <p:sp>
          <p:nvSpPr>
            <p:cNvPr id="190" name="Google Shape;190;p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1" name="Google Shape;191;p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2" name="Google Shape;192;p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3" name="Google Shape;193;p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4" name="Google Shape;194;p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5" name="Google Shape;195;p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96" name="Google Shape;196;p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97" name="Google Shape;197;p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98" name="Google Shape;198;p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99" name="Google Shape;199;p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6"/>
          <p:cNvSpPr/>
          <p:nvPr/>
        </p:nvSpPr>
        <p:spPr>
          <a:xfrm>
            <a:off x="254001" y="0"/>
            <a:ext cx="11937834"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5" name="Google Shape;205;p6"/>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6" name="Google Shape;206;p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07" name="Google Shape;207;p6"/>
          <p:cNvSpPr txBox="1"/>
          <p:nvPr/>
        </p:nvSpPr>
        <p:spPr>
          <a:xfrm>
            <a:off x="5586553" y="292627"/>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Explore Solarpunk</a:t>
            </a:r>
            <a:endParaRPr sz="2133" b="1">
              <a:solidFill>
                <a:schemeClr val="dk1"/>
              </a:solidFill>
              <a:latin typeface="Arial"/>
              <a:ea typeface="Arial"/>
              <a:cs typeface="Arial"/>
              <a:sym typeface="Arial"/>
            </a:endParaRPr>
          </a:p>
        </p:txBody>
      </p:sp>
      <p:sp>
        <p:nvSpPr>
          <p:cNvPr id="208" name="Google Shape;208;p6"/>
          <p:cNvSpPr txBox="1"/>
          <p:nvPr/>
        </p:nvSpPr>
        <p:spPr>
          <a:xfrm>
            <a:off x="619723" y="794236"/>
            <a:ext cx="2865931" cy="39896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rgbClr val="333333"/>
                </a:solidFill>
                <a:latin typeface="Arial"/>
                <a:ea typeface="Arial"/>
                <a:cs typeface="Arial"/>
                <a:sym typeface="Arial"/>
              </a:rPr>
              <a:t>Explore the concept of Solarpunk online and try to identify key themes in this hopeful vision of a sustainable future.</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b="1">
                <a:solidFill>
                  <a:srgbClr val="333333"/>
                </a:solidFill>
                <a:latin typeface="Arial"/>
                <a:ea typeface="Arial"/>
                <a:cs typeface="Arial"/>
                <a:sym typeface="Arial"/>
              </a:rPr>
              <a:t>Choose one solarpunk image </a:t>
            </a:r>
            <a:r>
              <a:rPr lang="en-GB" sz="1333">
                <a:solidFill>
                  <a:srgbClr val="333333"/>
                </a:solidFill>
                <a:latin typeface="Arial"/>
                <a:ea typeface="Arial"/>
                <a:cs typeface="Arial"/>
                <a:sym typeface="Arial"/>
              </a:rPr>
              <a:t>that you think could help to address the issues futures cities are facing, paste it in the space provided</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a:solidFill>
                  <a:srgbClr val="333333"/>
                </a:solidFill>
                <a:latin typeface="Arial"/>
                <a:ea typeface="Arial"/>
                <a:cs typeface="Arial"/>
                <a:sym typeface="Arial"/>
              </a:rPr>
              <a:t>Annotate it, labelling all of the important elements that you think could be applied to a future version of Melbourne.</a:t>
            </a:r>
            <a:endParaRPr sz="1333">
              <a:solidFill>
                <a:schemeClr val="dk1"/>
              </a:solidFill>
              <a:latin typeface="Arial"/>
              <a:ea typeface="Arial"/>
              <a:cs typeface="Arial"/>
              <a:sym typeface="Arial"/>
            </a:endParaRPr>
          </a:p>
          <a:p>
            <a:pPr marL="0" marR="0" lvl="0" indent="0" algn="ctr" rtl="0">
              <a:spcBef>
                <a:spcPts val="0"/>
              </a:spcBef>
              <a:spcAft>
                <a:spcPts val="0"/>
              </a:spcAft>
              <a:buNone/>
            </a:pPr>
            <a:br>
              <a:rPr lang="en-GB" sz="1333">
                <a:solidFill>
                  <a:schemeClr val="dk1"/>
                </a:solidFill>
                <a:latin typeface="Arial"/>
                <a:ea typeface="Arial"/>
                <a:cs typeface="Arial"/>
                <a:sym typeface="Arial"/>
              </a:rPr>
            </a:br>
            <a:r>
              <a:rPr lang="en-GB" sz="1333" u="sng">
                <a:solidFill>
                  <a:srgbClr val="0097A7"/>
                </a:solidFill>
                <a:latin typeface="Arial"/>
                <a:ea typeface="Arial"/>
                <a:cs typeface="Arial"/>
                <a:sym typeface="Arial"/>
                <a:hlinkClick r:id="rId3">
                  <a:extLst>
                    <a:ext uri="{A12FA001-AC4F-418D-AE19-62706E023703}">
                      <ahyp:hlinkClr xmlns:ahyp="http://schemas.microsoft.com/office/drawing/2018/hyperlinkcolor" val="tx"/>
                    </a:ext>
                  </a:extLst>
                </a:hlinkClick>
              </a:rPr>
              <a:t>Examples of Solarpunk</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a:solidFill>
                  <a:schemeClr val="dk1"/>
                </a:solidFill>
                <a:latin typeface="Arial"/>
                <a:ea typeface="Arial"/>
                <a:cs typeface="Arial"/>
                <a:sym typeface="Arial"/>
              </a:rPr>
              <a:t>. </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sp>
        <p:nvSpPr>
          <p:cNvPr id="209" name="Google Shape;209;p6"/>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10" name="Google Shape;210;p6"/>
          <p:cNvSpPr/>
          <p:nvPr/>
        </p:nvSpPr>
        <p:spPr>
          <a:xfrm>
            <a:off x="5680765" y="2049670"/>
            <a:ext cx="4470400" cy="2906644"/>
          </a:xfrm>
          <a:prstGeom prst="rect">
            <a:avLst/>
          </a:prstGeom>
          <a:solidFill>
            <a:schemeClr val="lt1"/>
          </a:solidFill>
          <a:ln w="19050" cap="flat" cmpd="sng">
            <a:solidFill>
              <a:srgbClr val="082836"/>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12" name="Google Shape;212;p6"/>
          <p:cNvSpPr/>
          <p:nvPr/>
        </p:nvSpPr>
        <p:spPr>
          <a:xfrm>
            <a:off x="10489951" y="96317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lvl="0" algn="ctr"/>
            <a:endParaRPr lang="en-GB" sz="1200" b="1" dirty="0">
              <a:solidFill>
                <a:srgbClr val="BFBFBF"/>
              </a:solidFill>
            </a:endParaRPr>
          </a:p>
          <a:p>
            <a:pPr lvl="0" algn="ctr"/>
            <a:r>
              <a:rPr lang="en-GB" sz="1200" b="1" dirty="0">
                <a:solidFill>
                  <a:srgbClr val="BFBFBF"/>
                </a:solidFill>
              </a:rPr>
              <a:t>Solar electricity</a:t>
            </a:r>
          </a:p>
          <a:p>
            <a:pPr lvl="0" algn="ctr"/>
            <a:r>
              <a:rPr lang="en-GB" sz="1200" b="1" dirty="0">
                <a:solidFill>
                  <a:srgbClr val="BFBFBF"/>
                </a:solidFill>
              </a:rPr>
              <a:t>good</a:t>
            </a:r>
            <a:endParaRPr lang="en-GB" sz="1200" dirty="0"/>
          </a:p>
          <a:p>
            <a:pPr marL="0" marR="0" lvl="0" indent="0" algn="ctr" rtl="0">
              <a:spcBef>
                <a:spcPts val="0"/>
              </a:spcBef>
              <a:spcAft>
                <a:spcPts val="0"/>
              </a:spcAft>
              <a:buNone/>
            </a:pPr>
            <a:endParaRPr sz="2400" dirty="0">
              <a:solidFill>
                <a:schemeClr val="dk1"/>
              </a:solidFill>
              <a:latin typeface="Arial"/>
              <a:ea typeface="Arial"/>
              <a:cs typeface="Arial"/>
              <a:sym typeface="Arial"/>
            </a:endParaRPr>
          </a:p>
        </p:txBody>
      </p:sp>
      <p:sp>
        <p:nvSpPr>
          <p:cNvPr id="213" name="Google Shape;213;p6"/>
          <p:cNvSpPr/>
          <p:nvPr/>
        </p:nvSpPr>
        <p:spPr>
          <a:xfrm flipH="1">
            <a:off x="4150619" y="96317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200" dirty="0">
                <a:solidFill>
                  <a:schemeClr val="dk1"/>
                </a:solidFill>
                <a:latin typeface="Arial"/>
                <a:ea typeface="Arial"/>
                <a:cs typeface="Arial"/>
                <a:sym typeface="Arial"/>
              </a:rPr>
              <a:t>No water </a:t>
            </a:r>
            <a:r>
              <a:rPr lang="en-AU" sz="1200" dirty="0" err="1">
                <a:solidFill>
                  <a:schemeClr val="dk1"/>
                </a:solidFill>
                <a:latin typeface="Arial"/>
                <a:ea typeface="Arial"/>
                <a:cs typeface="Arial"/>
                <a:sym typeface="Arial"/>
              </a:rPr>
              <a:t>power,bad</a:t>
            </a:r>
            <a:endParaRPr sz="1200" dirty="0">
              <a:solidFill>
                <a:schemeClr val="dk1"/>
              </a:solidFill>
              <a:latin typeface="Arial"/>
              <a:ea typeface="Arial"/>
              <a:cs typeface="Arial"/>
              <a:sym typeface="Arial"/>
            </a:endParaRPr>
          </a:p>
        </p:txBody>
      </p:sp>
      <p:sp>
        <p:nvSpPr>
          <p:cNvPr id="214" name="Google Shape;214;p6"/>
          <p:cNvSpPr/>
          <p:nvPr/>
        </p:nvSpPr>
        <p:spPr>
          <a:xfrm flipH="1">
            <a:off x="4150619" y="297931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46870" y="62320"/>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200" dirty="0">
                <a:solidFill>
                  <a:schemeClr val="dk1"/>
                </a:solidFill>
              </a:rPr>
              <a:t>Needs larger trees</a:t>
            </a:r>
            <a:endParaRPr sz="1200" dirty="0">
              <a:solidFill>
                <a:schemeClr val="dk1"/>
              </a:solidFill>
              <a:latin typeface="Arial"/>
              <a:ea typeface="Arial"/>
              <a:cs typeface="Arial"/>
              <a:sym typeface="Arial"/>
            </a:endParaRPr>
          </a:p>
        </p:txBody>
      </p:sp>
      <p:sp>
        <p:nvSpPr>
          <p:cNvPr id="215" name="Google Shape;215;p6"/>
          <p:cNvSpPr/>
          <p:nvPr/>
        </p:nvSpPr>
        <p:spPr>
          <a:xfrm>
            <a:off x="4107547"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0435" y="64032"/>
                </a:moveTo>
                <a:lnTo>
                  <a:pt x="267043" y="-1295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200" dirty="0">
                <a:solidFill>
                  <a:schemeClr val="dk1"/>
                </a:solidFill>
                <a:latin typeface="Arial"/>
                <a:ea typeface="Arial"/>
                <a:cs typeface="Arial"/>
                <a:sym typeface="Arial"/>
              </a:rPr>
              <a:t>Horse back travel. No energy but slow.</a:t>
            </a:r>
            <a:endParaRPr sz="1200" dirty="0">
              <a:solidFill>
                <a:schemeClr val="dk1"/>
              </a:solidFill>
              <a:latin typeface="Arial"/>
              <a:ea typeface="Arial"/>
              <a:cs typeface="Arial"/>
              <a:sym typeface="Arial"/>
            </a:endParaRPr>
          </a:p>
        </p:txBody>
      </p:sp>
      <p:sp>
        <p:nvSpPr>
          <p:cNvPr id="216" name="Google Shape;216;p6"/>
          <p:cNvSpPr/>
          <p:nvPr/>
        </p:nvSpPr>
        <p:spPr>
          <a:xfrm flipH="1">
            <a:off x="10489951"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7827" y="51053"/>
                </a:moveTo>
                <a:lnTo>
                  <a:pt x="240086" y="-11659"/>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200" dirty="0">
                <a:solidFill>
                  <a:schemeClr val="tx1"/>
                </a:solidFill>
              </a:rPr>
              <a:t>Sailboats, no fuel but not effective</a:t>
            </a:r>
            <a:endParaRPr sz="1200" dirty="0">
              <a:solidFill>
                <a:schemeClr val="tx1"/>
              </a:solidFill>
              <a:latin typeface="Arial"/>
              <a:ea typeface="Arial"/>
              <a:cs typeface="Arial"/>
              <a:sym typeface="Arial"/>
            </a:endParaRPr>
          </a:p>
        </p:txBody>
      </p:sp>
      <p:sp>
        <p:nvSpPr>
          <p:cNvPr id="217" name="Google Shape;217;p6"/>
          <p:cNvSpPr/>
          <p:nvPr/>
        </p:nvSpPr>
        <p:spPr>
          <a:xfrm flipH="1">
            <a:off x="10526397" y="312193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9566" y="56245"/>
                </a:moveTo>
                <a:lnTo>
                  <a:pt x="264433" y="54532"/>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GB" sz="2400" b="1" dirty="0">
                <a:solidFill>
                  <a:srgbClr val="BFBFBF"/>
                </a:solidFill>
              </a:rPr>
              <a:t>Keep </a:t>
            </a:r>
            <a:r>
              <a:rPr lang="en-GB" sz="1200" b="1" dirty="0">
                <a:solidFill>
                  <a:srgbClr val="BFBFBF"/>
                </a:solidFill>
              </a:rPr>
              <a:t>old buildings while making new ones</a:t>
            </a:r>
            <a:endParaRPr lang="en-GB" sz="1200" dirty="0"/>
          </a:p>
        </p:txBody>
      </p:sp>
      <p:sp>
        <p:nvSpPr>
          <p:cNvPr id="218" name="Google Shape;218;p6"/>
          <p:cNvSpPr/>
          <p:nvPr/>
        </p:nvSpPr>
        <p:spPr>
          <a:xfrm flipH="1">
            <a:off x="7279232"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7035" y="-20329"/>
                </a:moveTo>
                <a:lnTo>
                  <a:pt x="55142" y="-101964"/>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200" dirty="0">
                <a:solidFill>
                  <a:schemeClr val="dk1"/>
                </a:solidFill>
              </a:rPr>
              <a:t>Bulky transport system, bad</a:t>
            </a:r>
            <a:endParaRPr sz="1200" dirty="0">
              <a:solidFill>
                <a:schemeClr val="dk1"/>
              </a:solidFill>
              <a:latin typeface="Arial"/>
              <a:ea typeface="Arial"/>
              <a:cs typeface="Arial"/>
              <a:sym typeface="Arial"/>
            </a:endParaRPr>
          </a:p>
        </p:txBody>
      </p:sp>
      <p:sp>
        <p:nvSpPr>
          <p:cNvPr id="219" name="Google Shape;219;p6"/>
          <p:cNvSpPr/>
          <p:nvPr/>
        </p:nvSpPr>
        <p:spPr>
          <a:xfrm>
            <a:off x="7320285" y="96317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60436" y="136712"/>
                </a:moveTo>
                <a:lnTo>
                  <a:pt x="61229" y="208225"/>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dirty="0">
              <a:solidFill>
                <a:srgbClr val="BFBFBF"/>
              </a:solidFill>
              <a:latin typeface="Arial"/>
              <a:ea typeface="Arial"/>
              <a:cs typeface="Arial"/>
              <a:sym typeface="Arial"/>
            </a:endParaRPr>
          </a:p>
          <a:p>
            <a:pPr marL="0" marR="0" lvl="0" indent="0" algn="ctr" rtl="0">
              <a:spcBef>
                <a:spcPts val="0"/>
              </a:spcBef>
              <a:spcAft>
                <a:spcPts val="0"/>
              </a:spcAft>
              <a:buNone/>
            </a:pPr>
            <a:r>
              <a:rPr lang="en-GB" sz="1200" b="1" dirty="0">
                <a:solidFill>
                  <a:srgbClr val="BFBFBF"/>
                </a:solidFill>
              </a:rPr>
              <a:t>Windmill electricity</a:t>
            </a:r>
          </a:p>
          <a:p>
            <a:pPr marL="0" marR="0" lvl="0" indent="0" algn="ctr" rtl="0">
              <a:spcBef>
                <a:spcPts val="0"/>
              </a:spcBef>
              <a:spcAft>
                <a:spcPts val="0"/>
              </a:spcAft>
              <a:buNone/>
            </a:pPr>
            <a:r>
              <a:rPr lang="en-GB" sz="1200" b="1" dirty="0">
                <a:solidFill>
                  <a:srgbClr val="BFBFBF"/>
                </a:solidFill>
              </a:rPr>
              <a:t>good</a:t>
            </a:r>
            <a:endParaRPr dirty="0"/>
          </a:p>
          <a:p>
            <a:pPr marL="0" marR="0" lvl="0" indent="0" algn="ctr" rtl="0">
              <a:spcBef>
                <a:spcPts val="0"/>
              </a:spcBef>
              <a:spcAft>
                <a:spcPts val="0"/>
              </a:spcAft>
              <a:buNone/>
            </a:pPr>
            <a:endParaRPr sz="2400" dirty="0">
              <a:solidFill>
                <a:schemeClr val="lt1"/>
              </a:solidFill>
              <a:latin typeface="Arial"/>
              <a:ea typeface="Arial"/>
              <a:cs typeface="Arial"/>
              <a:sym typeface="Arial"/>
            </a:endParaRPr>
          </a:p>
        </p:txBody>
      </p:sp>
      <p:grpSp>
        <p:nvGrpSpPr>
          <p:cNvPr id="220" name="Google Shape;220;p6"/>
          <p:cNvGrpSpPr/>
          <p:nvPr/>
        </p:nvGrpSpPr>
        <p:grpSpPr>
          <a:xfrm>
            <a:off x="-83523" y="0"/>
            <a:ext cx="493925" cy="6858300"/>
            <a:chOff x="-83523" y="0"/>
            <a:chExt cx="493925" cy="6858300"/>
          </a:xfrm>
        </p:grpSpPr>
        <p:sp>
          <p:nvSpPr>
            <p:cNvPr id="221" name="Google Shape;221;p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2" name="Google Shape;222;p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3" name="Google Shape;223;p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4" name="Google Shape;224;p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5" name="Google Shape;225;p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6" name="Google Shape;226;p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27" name="Google Shape;227;p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28" name="Google Shape;228;p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29" name="Google Shape;229;p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30" name="Google Shape;230;p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4" name="Picture 3" descr="Solarpunk: A Vision for a Sustainable Future">
            <a:extLst>
              <a:ext uri="{FF2B5EF4-FFF2-40B4-BE49-F238E27FC236}">
                <a16:creationId xmlns:a16="http://schemas.microsoft.com/office/drawing/2014/main" id="{AE085D6A-3EF8-6CA4-43AE-75F3F95ECA6C}"/>
              </a:ext>
            </a:extLst>
          </p:cNvPr>
          <p:cNvPicPr>
            <a:picLocks noChangeAspect="1"/>
          </p:cNvPicPr>
          <p:nvPr/>
        </p:nvPicPr>
        <p:blipFill>
          <a:blip r:embed="rId4"/>
          <a:stretch>
            <a:fillRect/>
          </a:stretch>
        </p:blipFill>
        <p:spPr>
          <a:xfrm>
            <a:off x="5410890" y="1974229"/>
            <a:ext cx="5010150" cy="3057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7"/>
          <p:cNvSpPr/>
          <p:nvPr/>
        </p:nvSpPr>
        <p:spPr>
          <a:xfrm>
            <a:off x="320353" y="0"/>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36" name="Google Shape;236;p7"/>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37" name="Google Shape;237;p7"/>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38" name="Google Shape;238;p7"/>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Future Challenges</a:t>
            </a:r>
            <a:endParaRPr sz="2000" b="1">
              <a:solidFill>
                <a:schemeClr val="lt1"/>
              </a:solidFill>
              <a:latin typeface="Arial"/>
              <a:ea typeface="Arial"/>
              <a:cs typeface="Arial"/>
              <a:sym typeface="Arial"/>
            </a:endParaRPr>
          </a:p>
        </p:txBody>
      </p:sp>
      <p:sp>
        <p:nvSpPr>
          <p:cNvPr id="239" name="Google Shape;239;p7"/>
          <p:cNvSpPr txBox="1"/>
          <p:nvPr/>
        </p:nvSpPr>
        <p:spPr>
          <a:xfrm>
            <a:off x="669763" y="849170"/>
            <a:ext cx="2802749" cy="27535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330"/>
              <a:buFont typeface="Arial"/>
              <a:buNone/>
            </a:pPr>
            <a:r>
              <a:rPr lang="en-GB" sz="1330">
                <a:solidFill>
                  <a:srgbClr val="000000"/>
                </a:solidFill>
                <a:latin typeface="Arial"/>
                <a:ea typeface="Arial"/>
                <a:cs typeface="Arial"/>
                <a:sym typeface="Arial"/>
              </a:rPr>
              <a:t>Reflect on the suggested challenges facing your town's future and provide detailed explanations on why you think these issues will be challenging to tackle.</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r>
              <a:rPr lang="en-GB" sz="1330">
                <a:solidFill>
                  <a:srgbClr val="000000"/>
                </a:solidFill>
                <a:latin typeface="Arial"/>
                <a:ea typeface="Arial"/>
                <a:cs typeface="Arial"/>
                <a:sym typeface="Arial"/>
              </a:rPr>
              <a:t>Feel free to explore as many concepts as you wish before deciding on a specific area to concentrate on during the subsequent stages of the design process.</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endParaRPr sz="1333">
              <a:solidFill>
                <a:schemeClr val="dk1"/>
              </a:solidFill>
              <a:latin typeface="Arial"/>
              <a:ea typeface="Arial"/>
              <a:cs typeface="Arial"/>
              <a:sym typeface="Arial"/>
            </a:endParaRPr>
          </a:p>
        </p:txBody>
      </p:sp>
      <p:graphicFrame>
        <p:nvGraphicFramePr>
          <p:cNvPr id="240" name="Google Shape;240;p7"/>
          <p:cNvGraphicFramePr/>
          <p:nvPr>
            <p:extLst>
              <p:ext uri="{D42A27DB-BD31-4B8C-83A1-F6EECF244321}">
                <p14:modId xmlns:p14="http://schemas.microsoft.com/office/powerpoint/2010/main" val="4143489239"/>
              </p:ext>
            </p:extLst>
          </p:nvPr>
        </p:nvGraphicFramePr>
        <p:xfrm>
          <a:off x="3947745" y="720658"/>
          <a:ext cx="7675975" cy="5846125"/>
        </p:xfrm>
        <a:graphic>
          <a:graphicData uri="http://schemas.openxmlformats.org/drawingml/2006/table">
            <a:tbl>
              <a:tblPr>
                <a:noFill/>
                <a:tableStyleId>{7FB279D3-E1D9-4619-B171-F6227F3B06D3}</a:tableStyleId>
              </a:tblPr>
              <a:tblGrid>
                <a:gridCol w="1362800">
                  <a:extLst>
                    <a:ext uri="{9D8B030D-6E8A-4147-A177-3AD203B41FA5}">
                      <a16:colId xmlns:a16="http://schemas.microsoft.com/office/drawing/2014/main" val="20000"/>
                    </a:ext>
                  </a:extLst>
                </a:gridCol>
                <a:gridCol w="2743950">
                  <a:extLst>
                    <a:ext uri="{9D8B030D-6E8A-4147-A177-3AD203B41FA5}">
                      <a16:colId xmlns:a16="http://schemas.microsoft.com/office/drawing/2014/main" val="20001"/>
                    </a:ext>
                  </a:extLst>
                </a:gridCol>
                <a:gridCol w="3569225">
                  <a:extLst>
                    <a:ext uri="{9D8B030D-6E8A-4147-A177-3AD203B41FA5}">
                      <a16:colId xmlns:a16="http://schemas.microsoft.com/office/drawing/2014/main" val="20002"/>
                    </a:ext>
                  </a:extLst>
                </a:gridCol>
              </a:tblGrid>
              <a:tr h="811400">
                <a:tc>
                  <a:txBody>
                    <a:bodyPr/>
                    <a:lstStyle/>
                    <a:p>
                      <a:pPr marL="0" marR="0" lvl="0" indent="0" algn="ctr" rtl="0">
                        <a:spcBef>
                          <a:spcPts val="0"/>
                        </a:spcBef>
                        <a:spcAft>
                          <a:spcPts val="0"/>
                        </a:spcAft>
                        <a:buNone/>
                      </a:pPr>
                      <a:r>
                        <a:rPr lang="en-GB" sz="1100" b="1" u="none" strike="noStrike" cap="none"/>
                        <a:t>Challenge Category</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Specific Challenge (2050)</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Why Will This Be a Challenge?</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6030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Fewer businesses in town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Less prices counteracting big companies raising cost of living. Lowers different job styles and opportunities.</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Limited Infrastructure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Theres to many people to live in little number of buildings.</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512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Young people moving to cities for work</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Leaves the rural areas with older populations and no one in the workforce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Lack of affordable housing</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People can’t find a place to live. Youth can’t move out.</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Mental health issues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If everyone is depressed and can’t be bothered, we cannot advance.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80425">
                <a:tc>
                  <a:txBody>
                    <a:bodyPr/>
                    <a:lstStyle/>
                    <a:p>
                      <a:pPr marL="0" marR="0" lvl="0" indent="0" algn="ctr" rtl="0">
                        <a:spcBef>
                          <a:spcPts val="0"/>
                        </a:spcBef>
                        <a:spcAft>
                          <a:spcPts val="0"/>
                        </a:spcAft>
                        <a:buNone/>
                      </a:pPr>
                      <a:r>
                        <a:rPr lang="en-GB" sz="1100" b="1" u="none" strike="noStrike" cap="none"/>
                        <a:t>Environmental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More extreme weather (fires, storms, floods)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It destroys architecture, civilian life and businesses. Higher risk areas have unaffordable insurance.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Loss of nature &amp; wildlife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More buildings and population means that the environment will downsize to account for these people.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Too much waste &amp; pollution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Waste can destroy animal lives and the environmental environment.</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grpSp>
        <p:nvGrpSpPr>
          <p:cNvPr id="241" name="Google Shape;241;p7"/>
          <p:cNvGrpSpPr/>
          <p:nvPr/>
        </p:nvGrpSpPr>
        <p:grpSpPr>
          <a:xfrm>
            <a:off x="-83523" y="0"/>
            <a:ext cx="493925" cy="6858300"/>
            <a:chOff x="-83523" y="0"/>
            <a:chExt cx="493925" cy="6858300"/>
          </a:xfrm>
        </p:grpSpPr>
        <p:sp>
          <p:nvSpPr>
            <p:cNvPr id="242" name="Google Shape;242;p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3" name="Google Shape;243;p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4" name="Google Shape;244;p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5" name="Google Shape;245;p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6" name="Google Shape;246;p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7" name="Google Shape;247;p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48" name="Google Shape;248;p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49" name="Google Shape;249;p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50" name="Google Shape;250;p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51" name="Google Shape;251;p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8"/>
          <p:cNvSpPr/>
          <p:nvPr/>
        </p:nvSpPr>
        <p:spPr>
          <a:xfrm>
            <a:off x="308821" y="83869"/>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57" name="Google Shape;257;p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58" name="Google Shape;258;p8"/>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grpSp>
        <p:nvGrpSpPr>
          <p:cNvPr id="259" name="Google Shape;259;p8"/>
          <p:cNvGrpSpPr/>
          <p:nvPr/>
        </p:nvGrpSpPr>
        <p:grpSpPr>
          <a:xfrm>
            <a:off x="3965801" y="771766"/>
            <a:ext cx="7756300" cy="5765868"/>
            <a:chOff x="2974350" y="730019"/>
            <a:chExt cx="5817225" cy="4173207"/>
          </a:xfrm>
        </p:grpSpPr>
        <p:sp>
          <p:nvSpPr>
            <p:cNvPr id="260" name="Google Shape;260;p8"/>
            <p:cNvSpPr/>
            <p:nvPr/>
          </p:nvSpPr>
          <p:spPr>
            <a:xfrm>
              <a:off x="4183666" y="730019"/>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AU" sz="800" dirty="0">
                  <a:solidFill>
                    <a:schemeClr val="dk1"/>
                  </a:solidFill>
                  <a:latin typeface="Arial"/>
                  <a:ea typeface="Arial"/>
                  <a:cs typeface="Arial"/>
                  <a:sym typeface="Arial"/>
                </a:rPr>
                <a:t>No future workforce in rural areas</a:t>
              </a:r>
              <a:endParaRPr sz="800" dirty="0">
                <a:solidFill>
                  <a:schemeClr val="dk1"/>
                </a:solidFill>
                <a:latin typeface="Arial"/>
                <a:ea typeface="Arial"/>
                <a:cs typeface="Arial"/>
                <a:sym typeface="Arial"/>
              </a:endParaRPr>
            </a:p>
          </p:txBody>
        </p:sp>
        <p:sp>
          <p:nvSpPr>
            <p:cNvPr id="261" name="Google Shape;261;p8"/>
            <p:cNvSpPr/>
            <p:nvPr/>
          </p:nvSpPr>
          <p:spPr>
            <a:xfrm>
              <a:off x="2974350"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AU" sz="1067" dirty="0">
                  <a:solidFill>
                    <a:schemeClr val="dk1"/>
                  </a:solidFill>
                  <a:latin typeface="Arial"/>
                  <a:ea typeface="Arial"/>
                  <a:cs typeface="Arial"/>
                  <a:sym typeface="Arial"/>
                </a:rPr>
                <a:t>More older people working</a:t>
              </a:r>
              <a:endParaRPr sz="1067" dirty="0">
                <a:solidFill>
                  <a:schemeClr val="dk1"/>
                </a:solidFill>
                <a:latin typeface="Arial"/>
                <a:ea typeface="Arial"/>
                <a:cs typeface="Arial"/>
                <a:sym typeface="Arial"/>
              </a:endParaRPr>
            </a:p>
          </p:txBody>
        </p:sp>
        <p:sp>
          <p:nvSpPr>
            <p:cNvPr id="262" name="Google Shape;262;p8"/>
            <p:cNvSpPr/>
            <p:nvPr/>
          </p:nvSpPr>
          <p:spPr>
            <a:xfrm>
              <a:off x="29775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AU" sz="1100" dirty="0"/>
                <a:t>Overpopulates cities</a:t>
              </a:r>
              <a:endParaRPr sz="1100" dirty="0"/>
            </a:p>
          </p:txBody>
        </p:sp>
        <p:cxnSp>
          <p:nvCxnSpPr>
            <p:cNvPr id="263" name="Google Shape;263;p8"/>
            <p:cNvCxnSpPr/>
            <p:nvPr/>
          </p:nvCxnSpPr>
          <p:spPr>
            <a:xfrm>
              <a:off x="4828196"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64" name="Google Shape;264;p8"/>
            <p:cNvCxnSpPr>
              <a:endCxn id="260" idx="2"/>
            </p:cNvCxnSpPr>
            <p:nvPr/>
          </p:nvCxnSpPr>
          <p:spPr>
            <a:xfrm rot="10800000">
              <a:off x="4664483" y="1130219"/>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65" name="Google Shape;265;p8"/>
            <p:cNvCxnSpPr/>
            <p:nvPr/>
          </p:nvCxnSpPr>
          <p:spPr>
            <a:xfrm>
              <a:off x="3869581"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66" name="Google Shape;266;p8"/>
            <p:cNvCxnSpPr>
              <a:endCxn id="261" idx="2"/>
            </p:cNvCxnSpPr>
            <p:nvPr/>
          </p:nvCxnSpPr>
          <p:spPr>
            <a:xfrm rot="10800000">
              <a:off x="3455167"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67" name="Google Shape;267;p8"/>
            <p:cNvCxnSpPr/>
            <p:nvPr/>
          </p:nvCxnSpPr>
          <p:spPr>
            <a:xfrm rot="10800000" flipH="1">
              <a:off x="4837094"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68" name="Google Shape;268;p8"/>
            <p:cNvSpPr/>
            <p:nvPr/>
          </p:nvSpPr>
          <p:spPr>
            <a:xfrm flipH="1">
              <a:off x="4186710"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Less natural spaces</a:t>
              </a:r>
              <a:endParaRPr sz="1067" dirty="0">
                <a:solidFill>
                  <a:schemeClr val="dk1"/>
                </a:solidFill>
                <a:latin typeface="Arial"/>
                <a:ea typeface="Arial"/>
                <a:cs typeface="Arial"/>
                <a:sym typeface="Arial"/>
              </a:endParaRPr>
            </a:p>
          </p:txBody>
        </p:sp>
        <p:cxnSp>
          <p:nvCxnSpPr>
            <p:cNvPr id="269" name="Google Shape;269;p8"/>
            <p:cNvCxnSpPr>
              <a:endCxn id="268" idx="2"/>
            </p:cNvCxnSpPr>
            <p:nvPr/>
          </p:nvCxnSpPr>
          <p:spPr>
            <a:xfrm flipH="1">
              <a:off x="4667358" y="3941426"/>
              <a:ext cx="1" cy="961800"/>
            </a:xfrm>
            <a:prstGeom prst="straightConnector1">
              <a:avLst/>
            </a:prstGeom>
            <a:noFill/>
            <a:ln w="19050" cap="flat" cmpd="sng">
              <a:solidFill>
                <a:schemeClr val="lt1"/>
              </a:solidFill>
              <a:prstDash val="solid"/>
              <a:miter lim="800000"/>
              <a:headEnd type="none" w="sm" len="sm"/>
              <a:tailEnd type="none" w="sm" len="sm"/>
            </a:ln>
          </p:spPr>
        </p:cxnSp>
        <p:cxnSp>
          <p:nvCxnSpPr>
            <p:cNvPr id="270" name="Google Shape;270;p8"/>
            <p:cNvCxnSpPr/>
            <p:nvPr/>
          </p:nvCxnSpPr>
          <p:spPr>
            <a:xfrm>
              <a:off x="3872719"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71" name="Google Shape;271;p8"/>
            <p:cNvCxnSpPr>
              <a:endCxn id="272" idx="2"/>
            </p:cNvCxnSpPr>
            <p:nvPr/>
          </p:nvCxnSpPr>
          <p:spPr>
            <a:xfrm flipH="1">
              <a:off x="3469820" y="3827904"/>
              <a:ext cx="821087" cy="1073096"/>
            </a:xfrm>
            <a:prstGeom prst="straightConnector1">
              <a:avLst/>
            </a:prstGeom>
            <a:noFill/>
            <a:ln w="19050" cap="flat" cmpd="sng">
              <a:solidFill>
                <a:schemeClr val="lt1"/>
              </a:solidFill>
              <a:prstDash val="solid"/>
              <a:miter lim="800000"/>
              <a:headEnd type="none" w="sm" len="sm"/>
              <a:tailEnd type="none" w="sm" len="sm"/>
            </a:ln>
          </p:spPr>
        </p:cxnSp>
        <p:sp>
          <p:nvSpPr>
            <p:cNvPr id="272" name="Google Shape;272;p8"/>
            <p:cNvSpPr/>
            <p:nvPr/>
          </p:nvSpPr>
          <p:spPr>
            <a:xfrm rot="21410663" flipH="1">
              <a:off x="2977757" y="4501104"/>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rPr>
                <a:t>Less air from trees</a:t>
              </a:r>
              <a:endParaRPr sz="1067" dirty="0">
                <a:solidFill>
                  <a:schemeClr val="dk1"/>
                </a:solidFill>
                <a:latin typeface="Arial"/>
                <a:ea typeface="Arial"/>
                <a:cs typeface="Arial"/>
                <a:sym typeface="Arial"/>
              </a:endParaRPr>
            </a:p>
          </p:txBody>
        </p:sp>
        <p:sp>
          <p:nvSpPr>
            <p:cNvPr id="273" name="Google Shape;273;p8"/>
            <p:cNvSpPr/>
            <p:nvPr/>
          </p:nvSpPr>
          <p:spPr>
            <a:xfrm rot="21389662" flipH="1">
              <a:off x="2981002"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Less animals</a:t>
              </a:r>
              <a:endParaRPr sz="1067" dirty="0">
                <a:solidFill>
                  <a:schemeClr val="dk1"/>
                </a:solidFill>
                <a:latin typeface="Arial"/>
                <a:ea typeface="Arial"/>
                <a:cs typeface="Arial"/>
                <a:sym typeface="Arial"/>
              </a:endParaRPr>
            </a:p>
          </p:txBody>
        </p:sp>
        <p:sp>
          <p:nvSpPr>
            <p:cNvPr id="274" name="Google Shape;274;p8"/>
            <p:cNvSpPr/>
            <p:nvPr/>
          </p:nvSpPr>
          <p:spPr>
            <a:xfrm>
              <a:off x="418366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AU" sz="1200" dirty="0">
                  <a:solidFill>
                    <a:schemeClr val="dk1"/>
                  </a:solidFill>
                  <a:latin typeface="Arial"/>
                  <a:ea typeface="Arial"/>
                  <a:cs typeface="Arial"/>
                  <a:sym typeface="Arial"/>
                </a:rPr>
                <a:t>Young people moving to cities for work</a:t>
              </a:r>
              <a:endParaRPr sz="1200" dirty="0">
                <a:solidFill>
                  <a:schemeClr val="dk1"/>
                </a:solidFill>
                <a:latin typeface="Arial"/>
                <a:ea typeface="Arial"/>
                <a:cs typeface="Arial"/>
                <a:sym typeface="Arial"/>
              </a:endParaRPr>
            </a:p>
          </p:txBody>
        </p:sp>
        <p:sp>
          <p:nvSpPr>
            <p:cNvPr id="275" name="Google Shape;275;p8"/>
            <p:cNvSpPr/>
            <p:nvPr/>
          </p:nvSpPr>
          <p:spPr>
            <a:xfrm>
              <a:off x="4160793"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Loss of Nature and Wildlife</a:t>
              </a:r>
              <a:endParaRPr sz="1067" dirty="0">
                <a:solidFill>
                  <a:schemeClr val="dk1"/>
                </a:solidFill>
                <a:latin typeface="Arial"/>
                <a:ea typeface="Arial"/>
                <a:cs typeface="Arial"/>
                <a:sym typeface="Arial"/>
              </a:endParaRPr>
            </a:p>
          </p:txBody>
        </p:sp>
        <p:sp>
          <p:nvSpPr>
            <p:cNvPr id="276" name="Google Shape;276;p8"/>
            <p:cNvSpPr/>
            <p:nvPr/>
          </p:nvSpPr>
          <p:spPr>
            <a:xfrm flipH="1">
              <a:off x="662062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Youth not moving out</a:t>
              </a:r>
              <a:endParaRPr sz="1067" dirty="0">
                <a:solidFill>
                  <a:schemeClr val="dk1"/>
                </a:solidFill>
                <a:latin typeface="Arial"/>
                <a:ea typeface="Arial"/>
                <a:cs typeface="Arial"/>
                <a:sym typeface="Arial"/>
              </a:endParaRPr>
            </a:p>
          </p:txBody>
        </p:sp>
        <p:sp>
          <p:nvSpPr>
            <p:cNvPr id="277" name="Google Shape;277;p8"/>
            <p:cNvSpPr/>
            <p:nvPr/>
          </p:nvSpPr>
          <p:spPr>
            <a:xfrm flipH="1">
              <a:off x="7829942"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Families not being made</a:t>
              </a:r>
              <a:endParaRPr sz="1067" dirty="0">
                <a:solidFill>
                  <a:schemeClr val="dk1"/>
                </a:solidFill>
                <a:latin typeface="Arial"/>
                <a:ea typeface="Arial"/>
                <a:cs typeface="Arial"/>
                <a:sym typeface="Arial"/>
              </a:endParaRPr>
            </a:p>
          </p:txBody>
        </p:sp>
        <p:sp>
          <p:nvSpPr>
            <p:cNvPr id="278" name="Google Shape;278;p8"/>
            <p:cNvSpPr/>
            <p:nvPr/>
          </p:nvSpPr>
          <p:spPr>
            <a:xfrm flipH="1">
              <a:off x="78266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rPr>
                <a:t>more</a:t>
              </a:r>
              <a:r>
                <a:rPr lang="en-AU" sz="1067" dirty="0">
                  <a:solidFill>
                    <a:schemeClr val="dk1"/>
                  </a:solidFill>
                  <a:latin typeface="Arial"/>
                  <a:ea typeface="Arial"/>
                  <a:cs typeface="Arial"/>
                  <a:sym typeface="Arial"/>
                </a:rPr>
                <a:t> people (less space)</a:t>
              </a:r>
              <a:endParaRPr sz="1067" dirty="0">
                <a:solidFill>
                  <a:schemeClr val="dk1"/>
                </a:solidFill>
                <a:latin typeface="Arial"/>
                <a:ea typeface="Arial"/>
                <a:cs typeface="Arial"/>
                <a:sym typeface="Arial"/>
              </a:endParaRPr>
            </a:p>
          </p:txBody>
        </p:sp>
        <p:cxnSp>
          <p:nvCxnSpPr>
            <p:cNvPr id="279" name="Google Shape;279;p8"/>
            <p:cNvCxnSpPr/>
            <p:nvPr/>
          </p:nvCxnSpPr>
          <p:spPr>
            <a:xfrm flipH="1">
              <a:off x="6023271"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80" name="Google Shape;280;p8"/>
            <p:cNvCxnSpPr>
              <a:endCxn id="276" idx="2"/>
            </p:cNvCxnSpPr>
            <p:nvPr/>
          </p:nvCxnSpPr>
          <p:spPr>
            <a:xfrm rot="10800000">
              <a:off x="710144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81" name="Google Shape;281;p8"/>
            <p:cNvCxnSpPr/>
            <p:nvPr/>
          </p:nvCxnSpPr>
          <p:spPr>
            <a:xfrm rot="10800000">
              <a:off x="7572330"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2" name="Google Shape;282;p8"/>
            <p:cNvCxnSpPr>
              <a:endCxn id="277" idx="2"/>
            </p:cNvCxnSpPr>
            <p:nvPr/>
          </p:nvCxnSpPr>
          <p:spPr>
            <a:xfrm rot="10800000" flipH="1">
              <a:off x="7477959"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83" name="Google Shape;283;p8"/>
            <p:cNvCxnSpPr/>
            <p:nvPr/>
          </p:nvCxnSpPr>
          <p:spPr>
            <a:xfrm rot="10800000">
              <a:off x="6023271"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84" name="Google Shape;284;p8"/>
            <p:cNvSpPr/>
            <p:nvPr/>
          </p:nvSpPr>
          <p:spPr>
            <a:xfrm rot="219103">
              <a:off x="6617917"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People go to cities</a:t>
              </a:r>
              <a:endParaRPr sz="1067" dirty="0">
                <a:solidFill>
                  <a:schemeClr val="dk1"/>
                </a:solidFill>
                <a:latin typeface="Arial"/>
                <a:ea typeface="Arial"/>
                <a:cs typeface="Arial"/>
                <a:sym typeface="Arial"/>
              </a:endParaRPr>
            </a:p>
          </p:txBody>
        </p:sp>
        <p:cxnSp>
          <p:nvCxnSpPr>
            <p:cNvPr id="285" name="Google Shape;285;p8"/>
            <p:cNvCxnSpPr>
              <a:endCxn id="284" idx="2"/>
            </p:cNvCxnSpPr>
            <p:nvPr/>
          </p:nvCxnSpPr>
          <p:spPr>
            <a:xfrm flipH="1">
              <a:off x="7085360" y="3941426"/>
              <a:ext cx="13207" cy="961394"/>
            </a:xfrm>
            <a:prstGeom prst="straightConnector1">
              <a:avLst/>
            </a:prstGeom>
            <a:noFill/>
            <a:ln w="19050" cap="flat" cmpd="sng">
              <a:solidFill>
                <a:schemeClr val="lt1"/>
              </a:solidFill>
              <a:prstDash val="solid"/>
              <a:miter lim="800000"/>
              <a:headEnd type="none" w="sm" len="sm"/>
              <a:tailEnd type="none" w="sm" len="sm"/>
            </a:ln>
          </p:spPr>
        </p:cxnSp>
        <p:cxnSp>
          <p:nvCxnSpPr>
            <p:cNvPr id="286" name="Google Shape;286;p8"/>
            <p:cNvCxnSpPr/>
            <p:nvPr/>
          </p:nvCxnSpPr>
          <p:spPr>
            <a:xfrm rot="10800000">
              <a:off x="7569192"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7" name="Google Shape;287;p8"/>
            <p:cNvCxnSpPr>
              <a:endCxn id="288" idx="2"/>
            </p:cNvCxnSpPr>
            <p:nvPr/>
          </p:nvCxnSpPr>
          <p:spPr>
            <a:xfrm>
              <a:off x="7475020" y="3827904"/>
              <a:ext cx="819265" cy="1072991"/>
            </a:xfrm>
            <a:prstGeom prst="straightConnector1">
              <a:avLst/>
            </a:prstGeom>
            <a:noFill/>
            <a:ln w="19050" cap="flat" cmpd="sng">
              <a:solidFill>
                <a:schemeClr val="lt1"/>
              </a:solidFill>
              <a:prstDash val="solid"/>
              <a:miter lim="800000"/>
              <a:headEnd type="none" w="sm" len="sm"/>
              <a:tailEnd type="none" w="sm" len="sm"/>
            </a:ln>
          </p:spPr>
        </p:cxnSp>
        <p:sp>
          <p:nvSpPr>
            <p:cNvPr id="288" name="Google Shape;288;p8"/>
            <p:cNvSpPr/>
            <p:nvPr/>
          </p:nvSpPr>
          <p:spPr>
            <a:xfrm rot="219585">
              <a:off x="7826871" y="4501104"/>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Higher price sets</a:t>
              </a:r>
              <a:endParaRPr sz="1067" dirty="0">
                <a:solidFill>
                  <a:schemeClr val="dk1"/>
                </a:solidFill>
                <a:latin typeface="Arial"/>
                <a:ea typeface="Arial"/>
                <a:cs typeface="Arial"/>
                <a:sym typeface="Arial"/>
              </a:endParaRPr>
            </a:p>
          </p:txBody>
        </p:sp>
        <p:sp>
          <p:nvSpPr>
            <p:cNvPr id="289" name="Google Shape;289;p8"/>
            <p:cNvSpPr/>
            <p:nvPr/>
          </p:nvSpPr>
          <p:spPr>
            <a:xfrm rot="245942">
              <a:off x="7823626"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rPr>
                <a:t>Lack  business opportunities</a:t>
              </a:r>
              <a:endParaRPr sz="1067" dirty="0">
                <a:solidFill>
                  <a:schemeClr val="dk1"/>
                </a:solidFill>
                <a:latin typeface="Arial"/>
                <a:ea typeface="Arial"/>
                <a:cs typeface="Arial"/>
                <a:sym typeface="Arial"/>
              </a:endParaRPr>
            </a:p>
          </p:txBody>
        </p:sp>
        <p:sp>
          <p:nvSpPr>
            <p:cNvPr id="290" name="Google Shape;290;p8"/>
            <p:cNvSpPr/>
            <p:nvPr/>
          </p:nvSpPr>
          <p:spPr>
            <a:xfrm flipH="1">
              <a:off x="662062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House Prices being Unaffordable</a:t>
              </a:r>
              <a:endParaRPr sz="1067" dirty="0">
                <a:solidFill>
                  <a:schemeClr val="dk1"/>
                </a:solidFill>
                <a:latin typeface="Arial"/>
                <a:ea typeface="Arial"/>
                <a:cs typeface="Arial"/>
                <a:sym typeface="Arial"/>
              </a:endParaRPr>
            </a:p>
          </p:txBody>
        </p:sp>
        <p:sp>
          <p:nvSpPr>
            <p:cNvPr id="291" name="Google Shape;291;p8"/>
            <p:cNvSpPr/>
            <p:nvPr/>
          </p:nvSpPr>
          <p:spPr>
            <a:xfrm flipH="1">
              <a:off x="6643499"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Fewer Businesses in Towns</a:t>
              </a:r>
              <a:endParaRPr sz="1067" dirty="0">
                <a:solidFill>
                  <a:schemeClr val="dk1"/>
                </a:solidFill>
                <a:latin typeface="Arial"/>
                <a:ea typeface="Arial"/>
                <a:cs typeface="Arial"/>
                <a:sym typeface="Arial"/>
              </a:endParaRPr>
            </a:p>
          </p:txBody>
        </p:sp>
        <p:sp>
          <p:nvSpPr>
            <p:cNvPr id="292" name="Google Shape;292;p8"/>
            <p:cNvSpPr/>
            <p:nvPr/>
          </p:nvSpPr>
          <p:spPr>
            <a:xfrm flipH="1">
              <a:off x="5145297" y="2375935"/>
              <a:ext cx="1472618" cy="763481"/>
            </a:xfrm>
            <a:prstGeom prst="roundRect">
              <a:avLst>
                <a:gd name="adj" fmla="val 16667"/>
              </a:avLst>
            </a:prstGeom>
            <a:solidFill>
              <a:schemeClr val="lt1"/>
            </a:solidFill>
            <a:ln w="19050" cap="flat" cmpd="sng">
              <a:solidFill>
                <a:srgbClr val="7030A0"/>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Your Town 2050</a:t>
              </a:r>
              <a:endParaRPr sz="2133" b="1">
                <a:solidFill>
                  <a:schemeClr val="dk1"/>
                </a:solidFill>
                <a:latin typeface="Arial"/>
                <a:ea typeface="Arial"/>
                <a:cs typeface="Arial"/>
                <a:sym typeface="Arial"/>
              </a:endParaRPr>
            </a:p>
          </p:txBody>
        </p:sp>
      </p:grpSp>
      <p:sp>
        <p:nvSpPr>
          <p:cNvPr id="293" name="Google Shape;293;p8"/>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Mind Map</a:t>
            </a:r>
            <a:endParaRPr sz="2000" b="1">
              <a:solidFill>
                <a:schemeClr val="lt1"/>
              </a:solidFill>
              <a:latin typeface="Arial"/>
              <a:ea typeface="Arial"/>
              <a:cs typeface="Arial"/>
              <a:sym typeface="Arial"/>
            </a:endParaRPr>
          </a:p>
        </p:txBody>
      </p:sp>
      <p:sp>
        <p:nvSpPr>
          <p:cNvPr id="294" name="Google Shape;294;p8"/>
          <p:cNvSpPr txBox="1"/>
          <p:nvPr/>
        </p:nvSpPr>
        <p:spPr>
          <a:xfrm>
            <a:off x="669763" y="849170"/>
            <a:ext cx="2802749" cy="35793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Use the Mind Map template to organise your ideas and guide your project.</a:t>
            </a:r>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Key Issues (Blue Boxes):</a:t>
            </a:r>
            <a:endParaRPr/>
          </a:p>
          <a:p>
            <a:pPr marL="0" marR="0" lvl="0" indent="0" algn="l" rtl="0">
              <a:spcBef>
                <a:spcPts val="0"/>
              </a:spcBef>
              <a:spcAft>
                <a:spcPts val="0"/>
              </a:spcAft>
              <a:buNone/>
            </a:pPr>
            <a:r>
              <a:rPr lang="en-GB" sz="1333">
                <a:solidFill>
                  <a:schemeClr val="dk1"/>
                </a:solidFill>
                <a:latin typeface="Arial"/>
                <a:ea typeface="Arial"/>
                <a:cs typeface="Arial"/>
                <a:sym typeface="Arial"/>
              </a:rPr>
              <a:t>Identify 4 key issues related to the future of your town and write them in the blue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Related Aspects (Red Boxes): </a:t>
            </a:r>
            <a:r>
              <a:rPr lang="en-GB" sz="1333">
                <a:solidFill>
                  <a:schemeClr val="dk1"/>
                </a:solidFill>
                <a:latin typeface="Arial"/>
                <a:ea typeface="Arial"/>
                <a:cs typeface="Arial"/>
                <a:sym typeface="Arial"/>
              </a:rPr>
              <a:t>For each key issue, list 3 related aspects in the red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Use the example and AI </a:t>
            </a:r>
            <a:r>
              <a:rPr lang="en-GB" sz="1333">
                <a:solidFill>
                  <a:schemeClr val="dk1"/>
                </a:solidFill>
                <a:latin typeface="Arial"/>
                <a:ea typeface="Arial"/>
                <a:cs typeface="Arial"/>
                <a:sym typeface="Arial"/>
              </a:rPr>
              <a:t>to help identify key issues and ways to address them.</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grpSp>
        <p:nvGrpSpPr>
          <p:cNvPr id="295" name="Google Shape;295;p8"/>
          <p:cNvGrpSpPr/>
          <p:nvPr/>
        </p:nvGrpSpPr>
        <p:grpSpPr>
          <a:xfrm>
            <a:off x="-83523" y="0"/>
            <a:ext cx="493925" cy="6858300"/>
            <a:chOff x="-83523" y="0"/>
            <a:chExt cx="493925" cy="6858300"/>
          </a:xfrm>
        </p:grpSpPr>
        <p:sp>
          <p:nvSpPr>
            <p:cNvPr id="296" name="Google Shape;296;p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7" name="Google Shape;297;p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8" name="Google Shape;298;p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9" name="Google Shape;299;p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0" name="Google Shape;300;p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1" name="Google Shape;301;p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02" name="Google Shape;302;p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03" name="Google Shape;303;p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04" name="Google Shape;304;p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05" name="Google Shape;305;p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9"/>
          <p:cNvSpPr/>
          <p:nvPr/>
        </p:nvSpPr>
        <p:spPr>
          <a:xfrm>
            <a:off x="326879" y="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11" name="Google Shape;311;p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12" name="Google Shape;312;p9"/>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13" name="Google Shape;313;p9"/>
          <p:cNvSpPr/>
          <p:nvPr/>
        </p:nvSpPr>
        <p:spPr>
          <a:xfrm>
            <a:off x="5471738" y="637493"/>
            <a:ext cx="4127637" cy="435835"/>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None/>
            </a:pPr>
            <a:r>
              <a:rPr lang="en-GB" sz="1467">
                <a:solidFill>
                  <a:srgbClr val="000000"/>
                </a:solidFill>
                <a:latin typeface="Arial"/>
                <a:ea typeface="Arial"/>
                <a:cs typeface="Arial"/>
                <a:sym typeface="Arial"/>
              </a:rPr>
              <a:t>Identify 3 ways cities can be more sustainable</a:t>
            </a:r>
            <a:endParaRPr/>
          </a:p>
        </p:txBody>
      </p:sp>
      <p:grpSp>
        <p:nvGrpSpPr>
          <p:cNvPr id="314" name="Google Shape;314;p9"/>
          <p:cNvGrpSpPr/>
          <p:nvPr/>
        </p:nvGrpSpPr>
        <p:grpSpPr>
          <a:xfrm>
            <a:off x="3833090" y="1273859"/>
            <a:ext cx="6225396" cy="5383612"/>
            <a:chOff x="4639235" y="1035534"/>
            <a:chExt cx="4893177" cy="5345119"/>
          </a:xfrm>
        </p:grpSpPr>
        <p:cxnSp>
          <p:nvCxnSpPr>
            <p:cNvPr id="315" name="Google Shape;315;p9"/>
            <p:cNvCxnSpPr/>
            <p:nvPr/>
          </p:nvCxnSpPr>
          <p:spPr>
            <a:xfrm>
              <a:off x="4639235" y="3621235"/>
              <a:ext cx="3484800" cy="0"/>
            </a:xfrm>
            <a:prstGeom prst="straightConnector1">
              <a:avLst/>
            </a:prstGeom>
            <a:noFill/>
            <a:ln w="19050" cap="flat" cmpd="sng">
              <a:solidFill>
                <a:schemeClr val="lt1"/>
              </a:solidFill>
              <a:prstDash val="solid"/>
              <a:miter lim="800000"/>
              <a:headEnd type="none" w="sm" len="sm"/>
              <a:tailEnd type="none" w="sm" len="sm"/>
            </a:ln>
          </p:spPr>
        </p:cxnSp>
        <p:cxnSp>
          <p:nvCxnSpPr>
            <p:cNvPr id="316" name="Google Shape;316;p9"/>
            <p:cNvCxnSpPr/>
            <p:nvPr/>
          </p:nvCxnSpPr>
          <p:spPr>
            <a:xfrm rot="10800000" flipH="1">
              <a:off x="8122749" y="1035534"/>
              <a:ext cx="1249500" cy="2585700"/>
            </a:xfrm>
            <a:prstGeom prst="straightConnector1">
              <a:avLst/>
            </a:prstGeom>
            <a:noFill/>
            <a:ln w="19050" cap="flat" cmpd="sng">
              <a:solidFill>
                <a:schemeClr val="lt1"/>
              </a:solidFill>
              <a:prstDash val="solid"/>
              <a:miter lim="800000"/>
              <a:headEnd type="none" w="sm" len="sm"/>
              <a:tailEnd type="none" w="sm" len="sm"/>
            </a:ln>
          </p:spPr>
        </p:cxnSp>
        <p:cxnSp>
          <p:nvCxnSpPr>
            <p:cNvPr id="317" name="Google Shape;317;p9"/>
            <p:cNvCxnSpPr/>
            <p:nvPr/>
          </p:nvCxnSpPr>
          <p:spPr>
            <a:xfrm>
              <a:off x="8134112" y="3620653"/>
              <a:ext cx="1398300" cy="2760000"/>
            </a:xfrm>
            <a:prstGeom prst="straightConnector1">
              <a:avLst/>
            </a:prstGeom>
            <a:noFill/>
            <a:ln w="19050" cap="flat" cmpd="sng">
              <a:solidFill>
                <a:schemeClr val="lt1"/>
              </a:solidFill>
              <a:prstDash val="solid"/>
              <a:miter lim="800000"/>
              <a:headEnd type="none" w="sm" len="sm"/>
              <a:tailEnd type="none" w="sm" len="sm"/>
            </a:ln>
          </p:spPr>
        </p:cxnSp>
      </p:grpSp>
      <p:sp>
        <p:nvSpPr>
          <p:cNvPr id="318" name="Google Shape;318;p9"/>
          <p:cNvSpPr txBox="1"/>
          <p:nvPr/>
        </p:nvSpPr>
        <p:spPr>
          <a:xfrm>
            <a:off x="3850177" y="4214668"/>
            <a:ext cx="109160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sz="1200" b="1">
              <a:solidFill>
                <a:srgbClr val="000000"/>
              </a:solidFill>
              <a:latin typeface="Arial"/>
              <a:ea typeface="Arial"/>
              <a:cs typeface="Arial"/>
              <a:sym typeface="Arial"/>
            </a:endParaRPr>
          </a:p>
        </p:txBody>
      </p:sp>
      <p:sp>
        <p:nvSpPr>
          <p:cNvPr id="319" name="Google Shape;319;p9"/>
          <p:cNvSpPr txBox="1"/>
          <p:nvPr/>
        </p:nvSpPr>
        <p:spPr>
          <a:xfrm>
            <a:off x="3781518" y="1216903"/>
            <a:ext cx="1589689" cy="2769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p:txBody>
      </p:sp>
      <p:sp>
        <p:nvSpPr>
          <p:cNvPr id="320" name="Google Shape;320;p9"/>
          <p:cNvSpPr txBox="1"/>
          <p:nvPr/>
        </p:nvSpPr>
        <p:spPr>
          <a:xfrm>
            <a:off x="9803144" y="1216903"/>
            <a:ext cx="2197448" cy="46162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200" b="1">
                <a:solidFill>
                  <a:srgbClr val="000000"/>
                </a:solidFill>
                <a:latin typeface="Arial"/>
                <a:ea typeface="Arial"/>
                <a:cs typeface="Arial"/>
                <a:sym typeface="Arial"/>
              </a:rPr>
              <a:t>Economically</a:t>
            </a:r>
            <a:endParaRPr sz="1200" b="1">
              <a:solidFill>
                <a:srgbClr val="000000"/>
              </a:solidFill>
              <a:latin typeface="Arial"/>
              <a:ea typeface="Arial"/>
              <a:cs typeface="Arial"/>
              <a:sym typeface="Arial"/>
            </a:endParaRPr>
          </a:p>
          <a:p>
            <a:pPr marL="0" marR="0" lvl="0" indent="0" algn="r" rtl="0">
              <a:spcBef>
                <a:spcPts val="0"/>
              </a:spcBef>
              <a:spcAft>
                <a:spcPts val="0"/>
              </a:spcAft>
              <a:buNone/>
            </a:pPr>
            <a:endParaRPr sz="1200">
              <a:solidFill>
                <a:schemeClr val="dk1"/>
              </a:solidFill>
              <a:latin typeface="Arial"/>
              <a:ea typeface="Arial"/>
              <a:cs typeface="Arial"/>
              <a:sym typeface="Arial"/>
            </a:endParaRPr>
          </a:p>
        </p:txBody>
      </p:sp>
      <p:sp>
        <p:nvSpPr>
          <p:cNvPr id="321" name="Google Shape;321;p9"/>
          <p:cNvSpPr txBox="1"/>
          <p:nvPr/>
        </p:nvSpPr>
        <p:spPr>
          <a:xfrm>
            <a:off x="5248253" y="137686"/>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3 Pillars of Sustainability</a:t>
            </a:r>
            <a:endParaRPr sz="2133" b="1">
              <a:solidFill>
                <a:schemeClr val="lt1"/>
              </a:solidFill>
              <a:latin typeface="Arial"/>
              <a:ea typeface="Arial"/>
              <a:cs typeface="Arial"/>
              <a:sym typeface="Arial"/>
            </a:endParaRPr>
          </a:p>
        </p:txBody>
      </p:sp>
      <p:sp>
        <p:nvSpPr>
          <p:cNvPr id="322" name="Google Shape;322;p9"/>
          <p:cNvSpPr txBox="1"/>
          <p:nvPr/>
        </p:nvSpPr>
        <p:spPr>
          <a:xfrm>
            <a:off x="619723" y="794235"/>
            <a:ext cx="2865931"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Arial"/>
                <a:ea typeface="Arial"/>
                <a:cs typeface="Arial"/>
                <a:sym typeface="Arial"/>
              </a:rPr>
              <a:t>Use the template to unpack 3 ways that your town could be more sustainable.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design a future town that protects the environment and uses resources wisely?</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make a town fair, welcoming, and accessible for everyone?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Economically</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a town create jobs and grow its economy while staying affordable and sustainable?</a:t>
            </a:r>
            <a:endParaRPr/>
          </a:p>
          <a:p>
            <a:pPr marL="0" marR="0" lvl="0" indent="0" algn="l" rtl="0">
              <a:spcBef>
                <a:spcPts val="0"/>
              </a:spcBef>
              <a:spcAft>
                <a:spcPts val="0"/>
              </a:spcAft>
              <a:buNone/>
            </a:pPr>
            <a:endParaRPr sz="1200" b="1">
              <a:solidFill>
                <a:srgbClr val="000000"/>
              </a:solidFill>
              <a:latin typeface="Arial"/>
              <a:ea typeface="Arial"/>
              <a:cs typeface="Arial"/>
              <a:sym typeface="Arial"/>
            </a:endParaRPr>
          </a:p>
          <a:p>
            <a:pPr marL="0" marR="0" lvl="0" indent="0" algn="l" rtl="0">
              <a:spcBef>
                <a:spcPts val="0"/>
              </a:spcBef>
              <a:spcAft>
                <a:spcPts val="0"/>
              </a:spcAft>
              <a:buNone/>
            </a:pPr>
            <a:endParaRPr sz="1200" b="1">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23" name="Google Shape;323;p9"/>
          <p:cNvSpPr txBox="1"/>
          <p:nvPr/>
        </p:nvSpPr>
        <p:spPr>
          <a:xfrm>
            <a:off x="546459" y="5993589"/>
            <a:ext cx="2966491" cy="5025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Use online research and AI </a:t>
            </a:r>
            <a:endParaRPr/>
          </a:p>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tools to find solutions or ideas.</a:t>
            </a:r>
            <a:endParaRPr/>
          </a:p>
        </p:txBody>
      </p:sp>
      <p:sp>
        <p:nvSpPr>
          <p:cNvPr id="324" name="Google Shape;324;p9"/>
          <p:cNvSpPr/>
          <p:nvPr/>
        </p:nvSpPr>
        <p:spPr>
          <a:xfrm>
            <a:off x="1" y="-430886"/>
            <a:ext cx="246286" cy="861774"/>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pic>
        <p:nvPicPr>
          <p:cNvPr id="325" name="Google Shape;325;p9" descr="The Three Pillars of Sustainability"/>
          <p:cNvPicPr preferRelativeResize="0"/>
          <p:nvPr/>
        </p:nvPicPr>
        <p:blipFill rotWithShape="1">
          <a:blip r:embed="rId3">
            <a:alphaModFix/>
          </a:blip>
          <a:srcRect l="23209" t="7430" r="23208" b="7131"/>
          <a:stretch/>
        </p:blipFill>
        <p:spPr>
          <a:xfrm>
            <a:off x="929458" y="3913771"/>
            <a:ext cx="2200491" cy="1973702"/>
          </a:xfrm>
          <a:prstGeom prst="rect">
            <a:avLst/>
          </a:prstGeom>
          <a:noFill/>
          <a:ln>
            <a:noFill/>
          </a:ln>
        </p:spPr>
      </p:pic>
      <p:grpSp>
        <p:nvGrpSpPr>
          <p:cNvPr id="326" name="Google Shape;326;p9"/>
          <p:cNvGrpSpPr/>
          <p:nvPr/>
        </p:nvGrpSpPr>
        <p:grpSpPr>
          <a:xfrm>
            <a:off x="-73795" y="0"/>
            <a:ext cx="493925" cy="6858300"/>
            <a:chOff x="-83523" y="0"/>
            <a:chExt cx="493925" cy="6858300"/>
          </a:xfrm>
        </p:grpSpPr>
        <p:sp>
          <p:nvSpPr>
            <p:cNvPr id="327" name="Google Shape;327;p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8" name="Google Shape;328;p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9" name="Google Shape;329;p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0" name="Google Shape;330;p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1" name="Google Shape;331;p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2" name="Google Shape;332;p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33" name="Google Shape;333;p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34" name="Google Shape;334;p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35" name="Google Shape;335;p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36" name="Google Shape;336;p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6992C96D-E658-B238-DBE6-DD3762F0463D}"/>
              </a:ext>
            </a:extLst>
          </p:cNvPr>
          <p:cNvSpPr txBox="1"/>
          <p:nvPr/>
        </p:nvSpPr>
        <p:spPr>
          <a:xfrm>
            <a:off x="3864634" y="1511222"/>
            <a:ext cx="4414850" cy="1384995"/>
          </a:xfrm>
          <a:prstGeom prst="rect">
            <a:avLst/>
          </a:prstGeom>
          <a:noFill/>
        </p:spPr>
        <p:txBody>
          <a:bodyPr wrap="square" rtlCol="0">
            <a:spAutoFit/>
          </a:bodyPr>
          <a:lstStyle/>
          <a:p>
            <a:r>
              <a:rPr lang="en-AU" dirty="0"/>
              <a:t>More variation in plantation and animal life </a:t>
            </a:r>
          </a:p>
          <a:p>
            <a:r>
              <a:rPr lang="en-AU" dirty="0"/>
              <a:t>Less air pollution</a:t>
            </a:r>
          </a:p>
          <a:p>
            <a:r>
              <a:rPr lang="en-AU" dirty="0"/>
              <a:t>Less energy waste</a:t>
            </a:r>
          </a:p>
          <a:p>
            <a:r>
              <a:rPr lang="en-AU" dirty="0"/>
              <a:t>Less street waste</a:t>
            </a:r>
          </a:p>
          <a:p>
            <a:r>
              <a:rPr lang="en-AU" dirty="0"/>
              <a:t>Need more focus on recycling and reuseable things</a:t>
            </a:r>
          </a:p>
          <a:p>
            <a:r>
              <a:rPr lang="en-AU" dirty="0"/>
              <a:t>Solar and wind energy</a:t>
            </a:r>
          </a:p>
        </p:txBody>
      </p:sp>
      <p:sp>
        <p:nvSpPr>
          <p:cNvPr id="3" name="TextBox 2">
            <a:extLst>
              <a:ext uri="{FF2B5EF4-FFF2-40B4-BE49-F238E27FC236}">
                <a16:creationId xmlns:a16="http://schemas.microsoft.com/office/drawing/2014/main" id="{77FC7721-5D4A-AB70-D892-2DCC7EC38970}"/>
              </a:ext>
            </a:extLst>
          </p:cNvPr>
          <p:cNvSpPr txBox="1"/>
          <p:nvPr/>
        </p:nvSpPr>
        <p:spPr>
          <a:xfrm>
            <a:off x="9296400" y="2266122"/>
            <a:ext cx="2604052" cy="2246769"/>
          </a:xfrm>
          <a:prstGeom prst="rect">
            <a:avLst/>
          </a:prstGeom>
          <a:noFill/>
        </p:spPr>
        <p:txBody>
          <a:bodyPr wrap="square" rtlCol="0">
            <a:spAutoFit/>
          </a:bodyPr>
          <a:lstStyle/>
          <a:p>
            <a:r>
              <a:rPr lang="en-AU" dirty="0"/>
              <a:t>Stop spending money on things no-one needs</a:t>
            </a:r>
          </a:p>
          <a:p>
            <a:r>
              <a:rPr lang="en-AU" dirty="0"/>
              <a:t>Back yourself (commonwealth games</a:t>
            </a:r>
            <a:r>
              <a:rPr lang="en-AU" dirty="0">
                <a:sym typeface="Wingdings" panose="05000000000000000000" pitchFamily="2" charset="2"/>
              </a:rPr>
              <a:t>) </a:t>
            </a:r>
          </a:p>
          <a:p>
            <a:r>
              <a:rPr lang="en-AU" dirty="0">
                <a:sym typeface="Wingdings" panose="05000000000000000000" pitchFamily="2" charset="2"/>
              </a:rPr>
              <a:t>Keep variants of businesses</a:t>
            </a:r>
          </a:p>
          <a:p>
            <a:r>
              <a:rPr lang="en-AU" dirty="0">
                <a:sym typeface="Wingdings" panose="05000000000000000000" pitchFamily="2" charset="2"/>
              </a:rPr>
              <a:t>Have less accommodation in cities to promote regional life</a:t>
            </a:r>
          </a:p>
          <a:p>
            <a:r>
              <a:rPr lang="en-AU" dirty="0">
                <a:sym typeface="Wingdings" panose="05000000000000000000" pitchFamily="2" charset="2"/>
              </a:rPr>
              <a:t>Be involved in stock markets</a:t>
            </a:r>
          </a:p>
          <a:p>
            <a:endParaRPr lang="en-AU" dirty="0">
              <a:sym typeface="Wingdings" panose="05000000000000000000" pitchFamily="2" charset="2"/>
            </a:endParaRPr>
          </a:p>
          <a:p>
            <a:endParaRPr lang="en-AU" dirty="0"/>
          </a:p>
        </p:txBody>
      </p:sp>
      <p:sp>
        <p:nvSpPr>
          <p:cNvPr id="4" name="TextBox 3">
            <a:extLst>
              <a:ext uri="{FF2B5EF4-FFF2-40B4-BE49-F238E27FC236}">
                <a16:creationId xmlns:a16="http://schemas.microsoft.com/office/drawing/2014/main" id="{1264AC93-B9E3-BD2B-69BF-B6606FF81C15}"/>
              </a:ext>
            </a:extLst>
          </p:cNvPr>
          <p:cNvSpPr txBox="1"/>
          <p:nvPr/>
        </p:nvSpPr>
        <p:spPr>
          <a:xfrm>
            <a:off x="3975100" y="4800600"/>
            <a:ext cx="4433574" cy="954107"/>
          </a:xfrm>
          <a:prstGeom prst="rect">
            <a:avLst/>
          </a:prstGeom>
          <a:noFill/>
        </p:spPr>
        <p:txBody>
          <a:bodyPr wrap="square" rtlCol="0">
            <a:spAutoFit/>
          </a:bodyPr>
          <a:lstStyle/>
          <a:p>
            <a:r>
              <a:rPr lang="en-AU" dirty="0"/>
              <a:t>Make housing more affordable</a:t>
            </a:r>
          </a:p>
          <a:p>
            <a:r>
              <a:rPr lang="en-AU" dirty="0"/>
              <a:t>Have more ways people can control depression</a:t>
            </a:r>
          </a:p>
          <a:p>
            <a:r>
              <a:rPr lang="en-AU" dirty="0"/>
              <a:t>Have more naturized places</a:t>
            </a:r>
          </a:p>
          <a:p>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0"/>
          <p:cNvSpPr/>
          <p:nvPr/>
        </p:nvSpPr>
        <p:spPr>
          <a:xfrm>
            <a:off x="387567" y="1541033"/>
            <a:ext cx="3308800" cy="511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1733" b="1">
                <a:solidFill>
                  <a:schemeClr val="dk1"/>
                </a:solidFill>
                <a:latin typeface="Arial"/>
                <a:ea typeface="Arial"/>
                <a:cs typeface="Arial"/>
                <a:sym typeface="Arial"/>
              </a:rPr>
              <a:t>Collect a broad range of examples from social media.</a:t>
            </a:r>
            <a:endParaRPr sz="1733" b="1">
              <a:solidFill>
                <a:schemeClr val="dk1"/>
              </a:solidFill>
              <a:latin typeface="Arial"/>
              <a:ea typeface="Arial"/>
              <a:cs typeface="Arial"/>
              <a:sym typeface="Arial"/>
            </a:endParaRPr>
          </a:p>
          <a:p>
            <a:pPr marL="0" marR="0" lvl="0" indent="0" algn="l" rtl="0">
              <a:spcBef>
                <a:spcPts val="0"/>
              </a:spcBef>
              <a:spcAft>
                <a:spcPts val="0"/>
              </a:spcAft>
              <a:buNone/>
            </a:pPr>
            <a:endParaRPr sz="1733" b="1">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Annotate each example you find to explain what you learned from it.</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could also focus on different areas of interactive media design if helpful.</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Add as many pages as required.</a:t>
            </a:r>
            <a:endParaRPr sz="1467">
              <a:solidFill>
                <a:schemeClr val="dk1"/>
              </a:solidFill>
              <a:latin typeface="Arial"/>
              <a:ea typeface="Arial"/>
              <a:cs typeface="Arial"/>
              <a:sym typeface="Arial"/>
            </a:endParaRPr>
          </a:p>
        </p:txBody>
      </p:sp>
      <p:sp>
        <p:nvSpPr>
          <p:cNvPr id="342" name="Google Shape;342;p10"/>
          <p:cNvSpPr/>
          <p:nvPr/>
        </p:nvSpPr>
        <p:spPr>
          <a:xfrm>
            <a:off x="326879" y="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3" name="Google Shape;343;p10"/>
          <p:cNvSpPr/>
          <p:nvPr/>
        </p:nvSpPr>
        <p:spPr>
          <a:xfrm>
            <a:off x="3877072" y="181012"/>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44" name="Google Shape;344;p1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45" name="Google Shape;345;p10"/>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46" name="Google Shape;346;p10"/>
          <p:cNvSpPr txBox="1"/>
          <p:nvPr/>
        </p:nvSpPr>
        <p:spPr>
          <a:xfrm>
            <a:off x="4111077" y="278575"/>
            <a:ext cx="73236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Visual Research of Structures</a:t>
            </a:r>
            <a:endParaRPr sz="2133" b="1">
              <a:solidFill>
                <a:schemeClr val="dk1"/>
              </a:solidFill>
              <a:latin typeface="Arial"/>
              <a:ea typeface="Arial"/>
              <a:cs typeface="Arial"/>
              <a:sym typeface="Arial"/>
            </a:endParaRPr>
          </a:p>
        </p:txBody>
      </p:sp>
      <p:sp>
        <p:nvSpPr>
          <p:cNvPr id="347" name="Google Shape;347;p10"/>
          <p:cNvSpPr/>
          <p:nvPr/>
        </p:nvSpPr>
        <p:spPr>
          <a:xfrm>
            <a:off x="659486" y="747314"/>
            <a:ext cx="2762249" cy="4840877"/>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r>
              <a:rPr lang="en-GB" sz="1333" b="1">
                <a:solidFill>
                  <a:schemeClr val="dk1"/>
                </a:solidFill>
                <a:latin typeface="Arial"/>
                <a:ea typeface="Arial"/>
                <a:cs typeface="Arial"/>
                <a:sym typeface="Arial"/>
              </a:rPr>
              <a:t>Collect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Find images of different structures that could be used to support your vision of your town in 2050.</a:t>
            </a:r>
            <a:endParaRPr/>
          </a:p>
          <a:p>
            <a:pPr marL="609585" marR="0" lvl="1" indent="0" algn="l" rtl="0">
              <a:spcBef>
                <a:spcPts val="0"/>
              </a:spcBef>
              <a:spcAft>
                <a:spcPts val="0"/>
              </a:spcAft>
              <a:buClr>
                <a:schemeClr val="dk1"/>
              </a:buClr>
              <a:buSzPts val="1333"/>
              <a:buFont typeface="Arial"/>
              <a:buNone/>
            </a:pPr>
            <a:endParaRPr sz="1333"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Annotate Your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For each image, write a short note explaining:</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What it shows.</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relates to your key issue.</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might help or inspire your design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Organise and Reflect:</a:t>
            </a:r>
            <a:endParaRPr sz="1333">
              <a:solidFill>
                <a:schemeClr val="dk1"/>
              </a:solidFill>
              <a:latin typeface="Arial"/>
              <a:ea typeface="Arial"/>
              <a:cs typeface="Arial"/>
              <a:sym typeface="Arial"/>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Arrange the images and annotations clearly in your portfolio.</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Highlight any ideas or features you think are especially useful for your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p:txBody>
      </p:sp>
      <p:sp>
        <p:nvSpPr>
          <p:cNvPr id="348" name="Google Shape;348;p10"/>
          <p:cNvSpPr txBox="1"/>
          <p:nvPr/>
        </p:nvSpPr>
        <p:spPr>
          <a:xfrm>
            <a:off x="1036635" y="5867897"/>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grpSp>
        <p:nvGrpSpPr>
          <p:cNvPr id="349" name="Google Shape;349;p10"/>
          <p:cNvGrpSpPr/>
          <p:nvPr/>
        </p:nvGrpSpPr>
        <p:grpSpPr>
          <a:xfrm>
            <a:off x="-73795" y="0"/>
            <a:ext cx="493925" cy="6858300"/>
            <a:chOff x="-83523" y="0"/>
            <a:chExt cx="493925" cy="6858300"/>
          </a:xfrm>
        </p:grpSpPr>
        <p:sp>
          <p:nvSpPr>
            <p:cNvPr id="350" name="Google Shape;350;p1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1" name="Google Shape;351;p1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2" name="Google Shape;352;p1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3" name="Google Shape;353;p1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4" name="Google Shape;354;p1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5" name="Google Shape;355;p1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56" name="Google Shape;356;p1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57" name="Google Shape;357;p1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58" name="Google Shape;358;p1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59" name="Google Shape;359;p1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2" name="Picture 1" descr="These Record-Breaking New Solar Panels Produce 60 Percent More Electricity | WIRED">
            <a:extLst>
              <a:ext uri="{FF2B5EF4-FFF2-40B4-BE49-F238E27FC236}">
                <a16:creationId xmlns:a16="http://schemas.microsoft.com/office/drawing/2014/main" id="{171B7521-493A-1D19-95F9-400B6CB49F03}"/>
              </a:ext>
            </a:extLst>
          </p:cNvPr>
          <p:cNvPicPr>
            <a:picLocks noChangeAspect="1"/>
          </p:cNvPicPr>
          <p:nvPr/>
        </p:nvPicPr>
        <p:blipFill>
          <a:blip r:embed="rId3"/>
          <a:stretch>
            <a:fillRect/>
          </a:stretch>
        </p:blipFill>
        <p:spPr>
          <a:xfrm>
            <a:off x="4293945" y="998190"/>
            <a:ext cx="2055539" cy="1370359"/>
          </a:xfrm>
          <a:prstGeom prst="rect">
            <a:avLst/>
          </a:prstGeom>
        </p:spPr>
      </p:pic>
      <p:pic>
        <p:nvPicPr>
          <p:cNvPr id="3" name="Picture 2" descr="4 Awesome Advantages of Wind Energy | Earth.Org">
            <a:extLst>
              <a:ext uri="{FF2B5EF4-FFF2-40B4-BE49-F238E27FC236}">
                <a16:creationId xmlns:a16="http://schemas.microsoft.com/office/drawing/2014/main" id="{120B85AC-1B9E-5B8B-B7B1-DF9247E1DBCC}"/>
              </a:ext>
            </a:extLst>
          </p:cNvPr>
          <p:cNvPicPr>
            <a:picLocks noChangeAspect="1"/>
          </p:cNvPicPr>
          <p:nvPr/>
        </p:nvPicPr>
        <p:blipFill>
          <a:blip r:embed="rId4"/>
          <a:stretch>
            <a:fillRect/>
          </a:stretch>
        </p:blipFill>
        <p:spPr>
          <a:xfrm>
            <a:off x="6803767" y="998191"/>
            <a:ext cx="2055540" cy="1370360"/>
          </a:xfrm>
          <a:prstGeom prst="rect">
            <a:avLst/>
          </a:prstGeom>
        </p:spPr>
      </p:pic>
      <p:pic>
        <p:nvPicPr>
          <p:cNvPr id="4" name="Picture 3" descr="From Rubbish to Resource: Where Waste-to-Energy Is Taking Hold in Australia - RDA Sydney">
            <a:extLst>
              <a:ext uri="{FF2B5EF4-FFF2-40B4-BE49-F238E27FC236}">
                <a16:creationId xmlns:a16="http://schemas.microsoft.com/office/drawing/2014/main" id="{376E993F-0918-2329-4479-35DD90124C5F}"/>
              </a:ext>
            </a:extLst>
          </p:cNvPr>
          <p:cNvPicPr>
            <a:picLocks noChangeAspect="1"/>
          </p:cNvPicPr>
          <p:nvPr/>
        </p:nvPicPr>
        <p:blipFill>
          <a:blip r:embed="rId5"/>
          <a:stretch>
            <a:fillRect/>
          </a:stretch>
        </p:blipFill>
        <p:spPr>
          <a:xfrm>
            <a:off x="9233854" y="998190"/>
            <a:ext cx="2408809" cy="1370359"/>
          </a:xfrm>
          <a:prstGeom prst="rect">
            <a:avLst/>
          </a:prstGeom>
        </p:spPr>
      </p:pic>
      <p:pic>
        <p:nvPicPr>
          <p:cNvPr id="5" name="Picture 4" descr="Australia's big problem with affordable housing | Money magazine">
            <a:extLst>
              <a:ext uri="{FF2B5EF4-FFF2-40B4-BE49-F238E27FC236}">
                <a16:creationId xmlns:a16="http://schemas.microsoft.com/office/drawing/2014/main" id="{321607B4-ABE5-4478-1120-F7CB8470AE90}"/>
              </a:ext>
            </a:extLst>
          </p:cNvPr>
          <p:cNvPicPr>
            <a:picLocks noChangeAspect="1"/>
          </p:cNvPicPr>
          <p:nvPr/>
        </p:nvPicPr>
        <p:blipFill>
          <a:blip r:embed="rId6"/>
          <a:stretch>
            <a:fillRect/>
          </a:stretch>
        </p:blipFill>
        <p:spPr>
          <a:xfrm>
            <a:off x="9204651" y="3677567"/>
            <a:ext cx="2438012" cy="1370359"/>
          </a:xfrm>
          <a:prstGeom prst="rect">
            <a:avLst/>
          </a:prstGeom>
        </p:spPr>
      </p:pic>
      <p:pic>
        <p:nvPicPr>
          <p:cNvPr id="6" name="Picture 5" descr="Nature of Cities | Project Regeneration">
            <a:extLst>
              <a:ext uri="{FF2B5EF4-FFF2-40B4-BE49-F238E27FC236}">
                <a16:creationId xmlns:a16="http://schemas.microsoft.com/office/drawing/2014/main" id="{19EE45F1-F938-6007-6915-18D5B197AF5D}"/>
              </a:ext>
            </a:extLst>
          </p:cNvPr>
          <p:cNvPicPr>
            <a:picLocks noChangeAspect="1"/>
          </p:cNvPicPr>
          <p:nvPr/>
        </p:nvPicPr>
        <p:blipFill>
          <a:blip r:embed="rId7"/>
          <a:stretch>
            <a:fillRect/>
          </a:stretch>
        </p:blipFill>
        <p:spPr>
          <a:xfrm>
            <a:off x="4293945" y="3717962"/>
            <a:ext cx="2438012" cy="1368064"/>
          </a:xfrm>
          <a:prstGeom prst="rect">
            <a:avLst/>
          </a:prstGeom>
        </p:spPr>
      </p:pic>
      <p:sp>
        <p:nvSpPr>
          <p:cNvPr id="8" name="TextBox 7">
            <a:extLst>
              <a:ext uri="{FF2B5EF4-FFF2-40B4-BE49-F238E27FC236}">
                <a16:creationId xmlns:a16="http://schemas.microsoft.com/office/drawing/2014/main" id="{7CDFD0D8-4FE7-5FEE-900C-EA58E0CA8766}"/>
              </a:ext>
            </a:extLst>
          </p:cNvPr>
          <p:cNvSpPr txBox="1"/>
          <p:nvPr/>
        </p:nvSpPr>
        <p:spPr>
          <a:xfrm>
            <a:off x="4293945" y="2368549"/>
            <a:ext cx="2012160" cy="1384995"/>
          </a:xfrm>
          <a:prstGeom prst="rect">
            <a:avLst/>
          </a:prstGeom>
          <a:noFill/>
        </p:spPr>
        <p:txBody>
          <a:bodyPr wrap="square" rtlCol="0">
            <a:spAutoFit/>
          </a:bodyPr>
          <a:lstStyle/>
          <a:p>
            <a:r>
              <a:rPr lang="en-AU" b="1" dirty="0"/>
              <a:t>Solar Pannels:</a:t>
            </a:r>
          </a:p>
          <a:p>
            <a:r>
              <a:rPr lang="en-AU" dirty="0"/>
              <a:t>They stop pollution through fossil fuels.</a:t>
            </a:r>
          </a:p>
          <a:p>
            <a:r>
              <a:rPr lang="en-AU" dirty="0"/>
              <a:t>Energy may be a centre piece to my project</a:t>
            </a:r>
          </a:p>
        </p:txBody>
      </p:sp>
      <p:sp>
        <p:nvSpPr>
          <p:cNvPr id="9" name="TextBox 8">
            <a:extLst>
              <a:ext uri="{FF2B5EF4-FFF2-40B4-BE49-F238E27FC236}">
                <a16:creationId xmlns:a16="http://schemas.microsoft.com/office/drawing/2014/main" id="{CB5D1EC0-0364-FA37-2142-575BC1A579C9}"/>
              </a:ext>
            </a:extLst>
          </p:cNvPr>
          <p:cNvSpPr txBox="1"/>
          <p:nvPr/>
        </p:nvSpPr>
        <p:spPr>
          <a:xfrm>
            <a:off x="6803767" y="2368549"/>
            <a:ext cx="2068148" cy="1384995"/>
          </a:xfrm>
          <a:prstGeom prst="rect">
            <a:avLst/>
          </a:prstGeom>
          <a:noFill/>
        </p:spPr>
        <p:txBody>
          <a:bodyPr wrap="square" rtlCol="0">
            <a:spAutoFit/>
          </a:bodyPr>
          <a:lstStyle/>
          <a:p>
            <a:r>
              <a:rPr lang="en-AU" b="1" dirty="0"/>
              <a:t>Wind Turbines:</a:t>
            </a:r>
          </a:p>
          <a:p>
            <a:r>
              <a:rPr lang="en-AU" dirty="0"/>
              <a:t>They stop pollution through fossil fuels.</a:t>
            </a:r>
          </a:p>
          <a:p>
            <a:r>
              <a:rPr lang="en-AU" dirty="0"/>
              <a:t>Energy may be a centre piece to my project</a:t>
            </a:r>
          </a:p>
          <a:p>
            <a:endParaRPr lang="en-AU" dirty="0"/>
          </a:p>
        </p:txBody>
      </p:sp>
      <p:sp>
        <p:nvSpPr>
          <p:cNvPr id="10" name="TextBox 9">
            <a:extLst>
              <a:ext uri="{FF2B5EF4-FFF2-40B4-BE49-F238E27FC236}">
                <a16:creationId xmlns:a16="http://schemas.microsoft.com/office/drawing/2014/main" id="{F6AA601E-8786-2DD5-0DCD-37CF1926D5A0}"/>
              </a:ext>
            </a:extLst>
          </p:cNvPr>
          <p:cNvSpPr txBox="1"/>
          <p:nvPr/>
        </p:nvSpPr>
        <p:spPr>
          <a:xfrm>
            <a:off x="9233854" y="2368549"/>
            <a:ext cx="2389874" cy="738664"/>
          </a:xfrm>
          <a:prstGeom prst="rect">
            <a:avLst/>
          </a:prstGeom>
          <a:noFill/>
        </p:spPr>
        <p:txBody>
          <a:bodyPr wrap="square" rtlCol="0">
            <a:spAutoFit/>
          </a:bodyPr>
          <a:lstStyle/>
          <a:p>
            <a:r>
              <a:rPr lang="en-AU" b="1" dirty="0"/>
              <a:t>Re-cycling plant:</a:t>
            </a:r>
          </a:p>
          <a:p>
            <a:r>
              <a:rPr lang="en-AU" dirty="0"/>
              <a:t>Makes waste reusable. It limits major pollution. </a:t>
            </a:r>
          </a:p>
        </p:txBody>
      </p:sp>
      <p:sp>
        <p:nvSpPr>
          <p:cNvPr id="11" name="TextBox 10">
            <a:extLst>
              <a:ext uri="{FF2B5EF4-FFF2-40B4-BE49-F238E27FC236}">
                <a16:creationId xmlns:a16="http://schemas.microsoft.com/office/drawing/2014/main" id="{3F1B15F0-0228-09B1-4070-4371B5D3E457}"/>
              </a:ext>
            </a:extLst>
          </p:cNvPr>
          <p:cNvSpPr txBox="1"/>
          <p:nvPr/>
        </p:nvSpPr>
        <p:spPr>
          <a:xfrm>
            <a:off x="4293945" y="5086026"/>
            <a:ext cx="2422421" cy="1169551"/>
          </a:xfrm>
          <a:prstGeom prst="rect">
            <a:avLst/>
          </a:prstGeom>
          <a:noFill/>
        </p:spPr>
        <p:txBody>
          <a:bodyPr wrap="square" rtlCol="0">
            <a:spAutoFit/>
          </a:bodyPr>
          <a:lstStyle/>
          <a:p>
            <a:r>
              <a:rPr lang="en-AU" b="1" dirty="0"/>
              <a:t>Nature in Cities:</a:t>
            </a:r>
          </a:p>
          <a:p>
            <a:r>
              <a:rPr lang="en-AU" dirty="0"/>
              <a:t>Nature promotes a healthy mindset and ups the O2 count in cities, lowering air pollution </a:t>
            </a:r>
          </a:p>
        </p:txBody>
      </p:sp>
      <p:sp>
        <p:nvSpPr>
          <p:cNvPr id="12" name="TextBox 11">
            <a:extLst>
              <a:ext uri="{FF2B5EF4-FFF2-40B4-BE49-F238E27FC236}">
                <a16:creationId xmlns:a16="http://schemas.microsoft.com/office/drawing/2014/main" id="{32B3C489-4366-A1E9-AABC-9D38A9EA360E}"/>
              </a:ext>
            </a:extLst>
          </p:cNvPr>
          <p:cNvSpPr txBox="1"/>
          <p:nvPr/>
        </p:nvSpPr>
        <p:spPr>
          <a:xfrm>
            <a:off x="9263057" y="5074941"/>
            <a:ext cx="2438012" cy="1384995"/>
          </a:xfrm>
          <a:prstGeom prst="rect">
            <a:avLst/>
          </a:prstGeom>
          <a:noFill/>
        </p:spPr>
        <p:txBody>
          <a:bodyPr wrap="square" rtlCol="0">
            <a:spAutoFit/>
          </a:bodyPr>
          <a:lstStyle/>
          <a:p>
            <a:r>
              <a:rPr lang="en-AU" b="1" dirty="0"/>
              <a:t>Affordable Housing:</a:t>
            </a:r>
          </a:p>
          <a:p>
            <a:r>
              <a:rPr lang="en-AU" dirty="0"/>
              <a:t>Let’s youth move out of there childhood homes. Helps mentality and stress.</a:t>
            </a:r>
          </a:p>
          <a:p>
            <a:r>
              <a:rPr lang="en-AU" dirty="0"/>
              <a:t>Gets people into regional areas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5" name="Google Shape;365;p11"/>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366" name="Google Shape;366;p11"/>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367" name="Google Shape;367;p11"/>
          <p:cNvGrpSpPr/>
          <p:nvPr/>
        </p:nvGrpSpPr>
        <p:grpSpPr>
          <a:xfrm>
            <a:off x="-83523" y="0"/>
            <a:ext cx="493925" cy="6858300"/>
            <a:chOff x="-83523" y="0"/>
            <a:chExt cx="493925" cy="6858300"/>
          </a:xfrm>
        </p:grpSpPr>
        <p:sp>
          <p:nvSpPr>
            <p:cNvPr id="368" name="Google Shape;368;p1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9" name="Google Shape;369;p1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0" name="Google Shape;370;p1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1" name="Google Shape;371;p1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2" name="Google Shape;372;p1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3" name="Google Shape;373;p1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74" name="Google Shape;374;p1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75" name="Google Shape;375;p1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76" name="Google Shape;376;p1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77" name="Google Shape;377;p1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2"/>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383" name="Google Shape;383;p12"/>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84" name="Google Shape;384;p12"/>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sp>
        <p:nvSpPr>
          <p:cNvPr id="385" name="Google Shape;385;p12"/>
          <p:cNvSpPr txBox="1"/>
          <p:nvPr/>
        </p:nvSpPr>
        <p:spPr>
          <a:xfrm>
            <a:off x="4277328" y="52186"/>
            <a:ext cx="7346400" cy="623656"/>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None/>
            </a:pPr>
            <a:r>
              <a:rPr lang="en-GB" sz="2133" b="1">
                <a:solidFill>
                  <a:srgbClr val="FFFFFF"/>
                </a:solidFill>
                <a:latin typeface="Arial"/>
                <a:ea typeface="Arial"/>
                <a:cs typeface="Arial"/>
                <a:sym typeface="Arial"/>
              </a:rPr>
              <a:t>Design Brief</a:t>
            </a:r>
            <a:endParaRPr sz="2400" b="1">
              <a:solidFill>
                <a:schemeClr val="lt1"/>
              </a:solidFill>
              <a:latin typeface="Arial"/>
              <a:ea typeface="Arial"/>
              <a:cs typeface="Arial"/>
              <a:sym typeface="Arial"/>
            </a:endParaRPr>
          </a:p>
        </p:txBody>
      </p:sp>
      <p:sp>
        <p:nvSpPr>
          <p:cNvPr id="386" name="Google Shape;386;p12"/>
          <p:cNvSpPr/>
          <p:nvPr/>
        </p:nvSpPr>
        <p:spPr>
          <a:xfrm>
            <a:off x="794173" y="719215"/>
            <a:ext cx="2578275"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Design Brief Starburst template to identify specific things to focus on in your design project.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609585" marR="0" lvl="0" indent="-414855" algn="l" rtl="0">
              <a:lnSpc>
                <a:spcPct val="107000"/>
              </a:lnSpc>
              <a:spcBef>
                <a:spcPts val="800"/>
              </a:spcBef>
              <a:spcAft>
                <a:spcPts val="0"/>
              </a:spcAft>
              <a:buClr>
                <a:schemeClr val="dk1"/>
              </a:buClr>
              <a:buSzPts val="1300"/>
              <a:buFont typeface="Arial"/>
              <a:buChar char="●"/>
            </a:pPr>
            <a:r>
              <a:rPr lang="en-GB" sz="1333">
                <a:solidFill>
                  <a:schemeClr val="dk1"/>
                </a:solidFill>
                <a:latin typeface="Arial"/>
                <a:ea typeface="Arial"/>
                <a:cs typeface="Arial"/>
                <a:sym typeface="Arial"/>
              </a:rPr>
              <a:t>Who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What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When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Where</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Why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How</a:t>
            </a:r>
            <a:endParaRPr sz="1333">
              <a:solidFill>
                <a:schemeClr val="dk1"/>
              </a:solidFill>
              <a:latin typeface="Arial"/>
              <a:ea typeface="Arial"/>
              <a:cs typeface="Arial"/>
              <a:sym typeface="Arial"/>
            </a:endParaRPr>
          </a:p>
        </p:txBody>
      </p:sp>
      <p:grpSp>
        <p:nvGrpSpPr>
          <p:cNvPr id="387" name="Google Shape;387;p12"/>
          <p:cNvGrpSpPr/>
          <p:nvPr/>
        </p:nvGrpSpPr>
        <p:grpSpPr>
          <a:xfrm>
            <a:off x="4699838" y="646271"/>
            <a:ext cx="6829405" cy="5956007"/>
            <a:chOff x="3465176" y="555575"/>
            <a:chExt cx="5271035" cy="4524000"/>
          </a:xfrm>
        </p:grpSpPr>
        <p:sp>
          <p:nvSpPr>
            <p:cNvPr id="388" name="Google Shape;388;p12"/>
            <p:cNvSpPr txBox="1"/>
            <p:nvPr/>
          </p:nvSpPr>
          <p:spPr>
            <a:xfrm>
              <a:off x="4498425" y="1077250"/>
              <a:ext cx="2449800" cy="3580858"/>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733" b="1">
                  <a:solidFill>
                    <a:schemeClr val="dk1"/>
                  </a:solidFill>
                  <a:latin typeface="Arial"/>
                  <a:ea typeface="Arial"/>
                  <a:cs typeface="Arial"/>
                  <a:sym typeface="Arial"/>
                </a:rPr>
                <a:t>Choose one of the issues </a:t>
              </a:r>
              <a:r>
                <a:rPr lang="en-GB" sz="1733">
                  <a:solidFill>
                    <a:schemeClr val="dk1"/>
                  </a:solidFill>
                  <a:latin typeface="Arial"/>
                  <a:ea typeface="Arial"/>
                  <a:cs typeface="Arial"/>
                  <a:sym typeface="Arial"/>
                </a:rPr>
                <a:t>your group investigated to solve and identify</a:t>
              </a:r>
              <a:r>
                <a:rPr lang="en-GB" sz="1733" b="1">
                  <a:solidFill>
                    <a:schemeClr val="dk1"/>
                  </a:solidFill>
                  <a:latin typeface="Arial"/>
                  <a:ea typeface="Arial"/>
                  <a:cs typeface="Arial"/>
                  <a:sym typeface="Arial"/>
                </a:rPr>
                <a:t> </a:t>
              </a:r>
              <a:r>
                <a:rPr lang="en-GB" sz="1733">
                  <a:solidFill>
                    <a:schemeClr val="dk1"/>
                  </a:solidFill>
                  <a:latin typeface="Arial"/>
                  <a:ea typeface="Arial"/>
                  <a:cs typeface="Arial"/>
                  <a:sym typeface="Arial"/>
                </a:rPr>
                <a:t>the specific problem you are trying to solve</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What</a:t>
              </a:r>
              <a:r>
                <a:rPr lang="en-GB" sz="1733">
                  <a:solidFill>
                    <a:schemeClr val="dk1"/>
                  </a:solidFill>
                  <a:latin typeface="Arial"/>
                  <a:ea typeface="Arial"/>
                  <a:cs typeface="Arial"/>
                  <a:sym typeface="Arial"/>
                </a:rPr>
                <a:t> specific problem are you trying to raise awareness of?</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Who</a:t>
              </a:r>
              <a:r>
                <a:rPr lang="en-GB" sz="1733">
                  <a:solidFill>
                    <a:schemeClr val="dk1"/>
                  </a:solidFill>
                  <a:latin typeface="Arial"/>
                  <a:ea typeface="Arial"/>
                  <a:cs typeface="Arial"/>
                  <a:sym typeface="Arial"/>
                </a:rPr>
                <a:t> are you trying to help?</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When</a:t>
              </a:r>
              <a:r>
                <a:rPr lang="en-GB" sz="1733">
                  <a:solidFill>
                    <a:schemeClr val="dk1"/>
                  </a:solidFill>
                  <a:latin typeface="Arial"/>
                  <a:ea typeface="Arial"/>
                  <a:cs typeface="Arial"/>
                  <a:sym typeface="Arial"/>
                </a:rPr>
                <a:t> will this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Where</a:t>
              </a:r>
              <a:r>
                <a:rPr lang="en-GB" sz="1733">
                  <a:solidFill>
                    <a:schemeClr val="dk1"/>
                  </a:solidFill>
                  <a:latin typeface="Arial"/>
                  <a:ea typeface="Arial"/>
                  <a:cs typeface="Arial"/>
                  <a:sym typeface="Arial"/>
                </a:rPr>
                <a:t> will it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Why</a:t>
              </a:r>
              <a:r>
                <a:rPr lang="en-GB" sz="1733">
                  <a:solidFill>
                    <a:schemeClr val="dk1"/>
                  </a:solidFill>
                  <a:latin typeface="Arial"/>
                  <a:ea typeface="Arial"/>
                  <a:cs typeface="Arial"/>
                  <a:sym typeface="Arial"/>
                </a:rPr>
                <a:t> is it needed?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How</a:t>
              </a:r>
              <a:r>
                <a:rPr lang="en-GB" sz="1733">
                  <a:solidFill>
                    <a:schemeClr val="dk1"/>
                  </a:solidFill>
                  <a:latin typeface="Arial"/>
                  <a:ea typeface="Arial"/>
                  <a:cs typeface="Arial"/>
                  <a:sym typeface="Arial"/>
                </a:rPr>
                <a:t> could it help?</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89" name="Google Shape;389;p12"/>
            <p:cNvSpPr/>
            <p:nvPr/>
          </p:nvSpPr>
          <p:spPr>
            <a:xfrm>
              <a:off x="3465176" y="555575"/>
              <a:ext cx="5082000" cy="4524000"/>
            </a:xfrm>
            <a:prstGeom prst="dodecagon">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0" name="Google Shape;390;p12"/>
            <p:cNvSpPr/>
            <p:nvPr/>
          </p:nvSpPr>
          <p:spPr>
            <a:xfrm>
              <a:off x="4995225" y="1480875"/>
              <a:ext cx="2073300" cy="2393100"/>
            </a:xfrm>
            <a:prstGeom prst="star6">
              <a:avLst>
                <a:gd name="adj" fmla="val 37076"/>
                <a:gd name="hf" fmla="val 115470"/>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1" name="Google Shape;391;p12"/>
            <p:cNvSpPr txBox="1"/>
            <p:nvPr/>
          </p:nvSpPr>
          <p:spPr>
            <a:xfrm>
              <a:off x="5054551" y="631775"/>
              <a:ext cx="1876500" cy="607791"/>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What is the specific problem?</a:t>
              </a:r>
              <a:endParaRPr sz="1200" b="1" dirty="0">
                <a:solidFill>
                  <a:schemeClr val="dk2"/>
                </a:solidFill>
                <a:latin typeface="Arial"/>
                <a:ea typeface="Arial"/>
                <a:cs typeface="Arial"/>
                <a:sym typeface="Arial"/>
              </a:endParaRPr>
            </a:p>
            <a:p>
              <a:pPr marL="0" marR="0" lvl="0" indent="0" algn="l" rtl="0">
                <a:spcBef>
                  <a:spcPts val="0"/>
                </a:spcBef>
                <a:spcAft>
                  <a:spcPts val="0"/>
                </a:spcAft>
                <a:buNone/>
              </a:pPr>
              <a:r>
                <a:rPr lang="en-AU" sz="1200" dirty="0">
                  <a:solidFill>
                    <a:schemeClr val="dk2"/>
                  </a:solidFill>
                  <a:latin typeface="Arial"/>
                  <a:ea typeface="Arial"/>
                  <a:cs typeface="Arial"/>
                  <a:sym typeface="Arial"/>
                </a:rPr>
                <a:t>Poor energy use, and poor housing</a:t>
              </a:r>
              <a:endParaRPr sz="1200" dirty="0">
                <a:solidFill>
                  <a:schemeClr val="dk2"/>
                </a:solidFill>
                <a:latin typeface="Arial"/>
                <a:ea typeface="Arial"/>
                <a:cs typeface="Arial"/>
                <a:sym typeface="Arial"/>
              </a:endParaRPr>
            </a:p>
          </p:txBody>
        </p:sp>
        <p:sp>
          <p:nvSpPr>
            <p:cNvPr id="392" name="Google Shape;392;p12"/>
            <p:cNvSpPr txBox="1"/>
            <p:nvPr/>
          </p:nvSpPr>
          <p:spPr>
            <a:xfrm>
              <a:off x="6602037" y="1466925"/>
              <a:ext cx="1752436"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Who will you be helping?</a:t>
              </a:r>
            </a:p>
            <a:p>
              <a:pPr marL="0" marR="0" lvl="0" indent="0" algn="l" rtl="0">
                <a:spcBef>
                  <a:spcPts val="0"/>
                </a:spcBef>
                <a:spcAft>
                  <a:spcPts val="0"/>
                </a:spcAft>
                <a:buNone/>
              </a:pPr>
              <a:r>
                <a:rPr lang="en-GB" sz="1200" dirty="0">
                  <a:solidFill>
                    <a:schemeClr val="dk2"/>
                  </a:solidFill>
                </a:rPr>
                <a:t>The public and environment </a:t>
              </a:r>
              <a:endParaRPr sz="1200" dirty="0">
                <a:solidFill>
                  <a:schemeClr val="dk2"/>
                </a:solidFill>
                <a:latin typeface="Arial"/>
                <a:ea typeface="Arial"/>
                <a:cs typeface="Arial"/>
                <a:sym typeface="Arial"/>
              </a:endParaRPr>
            </a:p>
          </p:txBody>
        </p:sp>
        <p:sp>
          <p:nvSpPr>
            <p:cNvPr id="393" name="Google Shape;393;p12"/>
            <p:cNvSpPr txBox="1"/>
            <p:nvPr/>
          </p:nvSpPr>
          <p:spPr>
            <a:xfrm>
              <a:off x="5216475" y="3873975"/>
              <a:ext cx="1630800" cy="607791"/>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Where will this be used?</a:t>
              </a:r>
            </a:p>
            <a:p>
              <a:pPr marL="0" marR="0" lvl="0" indent="0" algn="l" rtl="0">
                <a:spcBef>
                  <a:spcPts val="0"/>
                </a:spcBef>
                <a:spcAft>
                  <a:spcPts val="0"/>
                </a:spcAft>
                <a:buNone/>
              </a:pPr>
              <a:r>
                <a:rPr lang="en-GB" sz="1200" dirty="0">
                  <a:solidFill>
                    <a:schemeClr val="dk2"/>
                  </a:solidFill>
                </a:rPr>
                <a:t>Primarily cities, but also regional areas</a:t>
              </a:r>
              <a:endParaRPr sz="1200" dirty="0">
                <a:solidFill>
                  <a:schemeClr val="dk2"/>
                </a:solidFill>
                <a:latin typeface="Arial"/>
                <a:ea typeface="Arial"/>
                <a:cs typeface="Arial"/>
                <a:sym typeface="Arial"/>
              </a:endParaRPr>
            </a:p>
          </p:txBody>
        </p:sp>
        <p:sp>
          <p:nvSpPr>
            <p:cNvPr id="394" name="Google Shape;394;p12"/>
            <p:cNvSpPr txBox="1"/>
            <p:nvPr/>
          </p:nvSpPr>
          <p:spPr>
            <a:xfrm>
              <a:off x="3749938" y="2794934"/>
              <a:ext cx="1208400" cy="7480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Why is it needed?</a:t>
              </a:r>
            </a:p>
            <a:p>
              <a:pPr marL="0" marR="0" lvl="0" indent="0" algn="l" rtl="0">
                <a:spcBef>
                  <a:spcPts val="0"/>
                </a:spcBef>
                <a:spcAft>
                  <a:spcPts val="0"/>
                </a:spcAft>
                <a:buNone/>
              </a:pPr>
              <a:r>
                <a:rPr lang="en-AU" sz="1200" dirty="0">
                  <a:solidFill>
                    <a:schemeClr val="dk2"/>
                  </a:solidFill>
                </a:rPr>
                <a:t>The people and environment are struggling</a:t>
              </a:r>
              <a:endParaRPr sz="1200" dirty="0">
                <a:solidFill>
                  <a:schemeClr val="dk2"/>
                </a:solidFill>
                <a:latin typeface="Arial"/>
                <a:ea typeface="Arial"/>
                <a:cs typeface="Arial"/>
                <a:sym typeface="Arial"/>
              </a:endParaRPr>
            </a:p>
          </p:txBody>
        </p:sp>
        <p:sp>
          <p:nvSpPr>
            <p:cNvPr id="395" name="Google Shape;395;p12"/>
            <p:cNvSpPr txBox="1"/>
            <p:nvPr/>
          </p:nvSpPr>
          <p:spPr>
            <a:xfrm>
              <a:off x="4116674" y="1476773"/>
              <a:ext cx="3213300" cy="8883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How could it help?</a:t>
              </a:r>
            </a:p>
            <a:p>
              <a:pPr marL="0" marR="0" lvl="0" indent="0" algn="l" rtl="0">
                <a:spcBef>
                  <a:spcPts val="0"/>
                </a:spcBef>
                <a:spcAft>
                  <a:spcPts val="0"/>
                </a:spcAft>
                <a:buNone/>
              </a:pPr>
              <a:r>
                <a:rPr lang="en-GB" sz="1200" dirty="0">
                  <a:solidFill>
                    <a:schemeClr val="dk2"/>
                  </a:solidFill>
                </a:rPr>
                <a:t>By providing clean energy,</a:t>
              </a:r>
            </a:p>
            <a:p>
              <a:pPr marL="0" marR="0" lvl="0" indent="0" algn="l" rtl="0">
                <a:spcBef>
                  <a:spcPts val="0"/>
                </a:spcBef>
                <a:spcAft>
                  <a:spcPts val="0"/>
                </a:spcAft>
                <a:buNone/>
              </a:pPr>
              <a:r>
                <a:rPr lang="en-GB" sz="1200" dirty="0">
                  <a:solidFill>
                    <a:schemeClr val="dk2"/>
                  </a:solidFill>
                </a:rPr>
                <a:t>less waste and </a:t>
              </a:r>
            </a:p>
            <a:p>
              <a:pPr marL="0" marR="0" lvl="0" indent="0" algn="l" rtl="0">
                <a:spcBef>
                  <a:spcPts val="0"/>
                </a:spcBef>
                <a:spcAft>
                  <a:spcPts val="0"/>
                </a:spcAft>
                <a:buNone/>
              </a:pPr>
              <a:r>
                <a:rPr lang="en-GB" sz="1200" dirty="0">
                  <a:solidFill>
                    <a:schemeClr val="dk2"/>
                  </a:solidFill>
                  <a:latin typeface="Arial"/>
                  <a:ea typeface="Arial"/>
                  <a:cs typeface="Arial"/>
                  <a:sym typeface="Arial"/>
                </a:rPr>
                <a:t>Providing e</a:t>
              </a:r>
              <a:r>
                <a:rPr lang="en-GB" sz="1200" dirty="0">
                  <a:solidFill>
                    <a:schemeClr val="dk2"/>
                  </a:solidFill>
                </a:rPr>
                <a:t>asy</a:t>
              </a:r>
            </a:p>
            <a:p>
              <a:pPr marL="0" marR="0" lvl="0" indent="0" algn="l" rtl="0">
                <a:spcBef>
                  <a:spcPts val="0"/>
                </a:spcBef>
                <a:spcAft>
                  <a:spcPts val="0"/>
                </a:spcAft>
                <a:buNone/>
              </a:pPr>
              <a:r>
                <a:rPr lang="en-GB" sz="1200" dirty="0">
                  <a:solidFill>
                    <a:schemeClr val="dk2"/>
                  </a:solidFill>
                  <a:latin typeface="Arial"/>
                  <a:ea typeface="Arial"/>
                  <a:cs typeface="Arial"/>
                  <a:sym typeface="Arial"/>
                </a:rPr>
                <a:t>housing</a:t>
              </a:r>
              <a:endParaRPr sz="1200" dirty="0">
                <a:solidFill>
                  <a:schemeClr val="dk2"/>
                </a:solidFill>
                <a:latin typeface="Arial"/>
                <a:ea typeface="Arial"/>
                <a:cs typeface="Arial"/>
                <a:sym typeface="Arial"/>
              </a:endParaRPr>
            </a:p>
          </p:txBody>
        </p:sp>
        <p:sp>
          <p:nvSpPr>
            <p:cNvPr id="396" name="Google Shape;396;p12"/>
            <p:cNvSpPr txBox="1"/>
            <p:nvPr/>
          </p:nvSpPr>
          <p:spPr>
            <a:xfrm>
              <a:off x="5286875" y="1895430"/>
              <a:ext cx="1507500" cy="1589657"/>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1600" b="1">
                  <a:solidFill>
                    <a:schemeClr val="lt1"/>
                  </a:solidFill>
                  <a:latin typeface="Arial"/>
                  <a:ea typeface="Arial"/>
                  <a:cs typeface="Arial"/>
                  <a:sym typeface="Arial"/>
                </a:rPr>
                <a:t>What is the specific problem or opportunity you are hoping to address?</a:t>
              </a:r>
              <a:endParaRPr sz="1600" b="1">
                <a:solidFill>
                  <a:schemeClr val="lt1"/>
                </a:solidFill>
                <a:latin typeface="Arial"/>
                <a:ea typeface="Arial"/>
                <a:cs typeface="Arial"/>
                <a:sym typeface="Arial"/>
              </a:endParaRPr>
            </a:p>
          </p:txBody>
        </p:sp>
        <p:sp>
          <p:nvSpPr>
            <p:cNvPr id="397" name="Google Shape;397;p12"/>
            <p:cNvSpPr txBox="1"/>
            <p:nvPr/>
          </p:nvSpPr>
          <p:spPr>
            <a:xfrm>
              <a:off x="7105411" y="2794934"/>
              <a:ext cx="1630800"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When will this be used?</a:t>
              </a:r>
            </a:p>
            <a:p>
              <a:pPr marL="0" marR="0" lvl="0" indent="0" algn="l" rtl="0">
                <a:spcBef>
                  <a:spcPts val="0"/>
                </a:spcBef>
                <a:spcAft>
                  <a:spcPts val="0"/>
                </a:spcAft>
                <a:buNone/>
              </a:pPr>
              <a:r>
                <a:rPr lang="en-GB" sz="1200" dirty="0">
                  <a:solidFill>
                    <a:schemeClr val="dk2"/>
                  </a:solidFill>
                </a:rPr>
                <a:t>All the time</a:t>
              </a:r>
              <a:endParaRPr sz="1200" dirty="0">
                <a:solidFill>
                  <a:schemeClr val="dk2"/>
                </a:solidFill>
                <a:latin typeface="Arial"/>
                <a:ea typeface="Arial"/>
                <a:cs typeface="Arial"/>
                <a:sym typeface="Arial"/>
              </a:endParaRPr>
            </a:p>
          </p:txBody>
        </p:sp>
      </p:grpSp>
      <p:grpSp>
        <p:nvGrpSpPr>
          <p:cNvPr id="398" name="Google Shape;398;p12"/>
          <p:cNvGrpSpPr/>
          <p:nvPr/>
        </p:nvGrpSpPr>
        <p:grpSpPr>
          <a:xfrm>
            <a:off x="-73795" y="0"/>
            <a:ext cx="493925" cy="6858300"/>
            <a:chOff x="-83523" y="0"/>
            <a:chExt cx="493925" cy="6858300"/>
          </a:xfrm>
        </p:grpSpPr>
        <p:sp>
          <p:nvSpPr>
            <p:cNvPr id="399" name="Google Shape;399;p1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0" name="Google Shape;400;p1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1" name="Google Shape;401;p1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2" name="Google Shape;402;p1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3" name="Google Shape;403;p1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4" name="Google Shape;404;p1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05" name="Google Shape;405;p1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06" name="Google Shape;406;p1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07" name="Google Shape;407;p1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08" name="Google Shape;408;p1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3"/>
          <p:cNvSpPr/>
          <p:nvPr/>
        </p:nvSpPr>
        <p:spPr>
          <a:xfrm>
            <a:off x="326879" y="-67"/>
            <a:ext cx="1186500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414" name="Google Shape;414;p13"/>
          <p:cNvSpPr txBox="1"/>
          <p:nvPr/>
        </p:nvSpPr>
        <p:spPr>
          <a:xfrm>
            <a:off x="4404733" y="170395"/>
            <a:ext cx="69320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Evaluation Criteria</a:t>
            </a:r>
            <a:endParaRPr sz="2133" b="1">
              <a:solidFill>
                <a:schemeClr val="lt1"/>
              </a:solidFill>
              <a:latin typeface="Arial"/>
              <a:ea typeface="Arial"/>
              <a:cs typeface="Arial"/>
              <a:sym typeface="Arial"/>
            </a:endParaRPr>
          </a:p>
        </p:txBody>
      </p:sp>
      <p:sp>
        <p:nvSpPr>
          <p:cNvPr id="415" name="Google Shape;415;p13"/>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416" name="Google Shape;416;p13"/>
          <p:cNvSpPr txBox="1"/>
          <p:nvPr/>
        </p:nvSpPr>
        <p:spPr>
          <a:xfrm>
            <a:off x="568272" y="745038"/>
            <a:ext cx="2944677" cy="4461566"/>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Develop on a set of evaluation criteria that you will use throughout the design process to evaluate your design concepts.</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Use information from your research and design brief starburst to identify 5 important requirements for your design concept.</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You can use the following prompts to start your criteria.</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must …</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should…</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will…</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p:txBody>
      </p:sp>
      <p:sp>
        <p:nvSpPr>
          <p:cNvPr id="417" name="Google Shape;417;p13"/>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grpSp>
        <p:nvGrpSpPr>
          <p:cNvPr id="418" name="Google Shape;418;p13"/>
          <p:cNvGrpSpPr/>
          <p:nvPr/>
        </p:nvGrpSpPr>
        <p:grpSpPr>
          <a:xfrm>
            <a:off x="4404734" y="745037"/>
            <a:ext cx="6932033" cy="5857240"/>
            <a:chOff x="3303550" y="850975"/>
            <a:chExt cx="5199025" cy="3872000"/>
          </a:xfrm>
        </p:grpSpPr>
        <p:sp>
          <p:nvSpPr>
            <p:cNvPr id="419" name="Google Shape;419;p13"/>
            <p:cNvSpPr/>
            <p:nvPr/>
          </p:nvSpPr>
          <p:spPr>
            <a:xfrm>
              <a:off x="3303575" y="8509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2400" b="1">
                  <a:solidFill>
                    <a:schemeClr val="dk1"/>
                  </a:solidFill>
                  <a:latin typeface="Arial"/>
                  <a:ea typeface="Arial"/>
                  <a:cs typeface="Arial"/>
                  <a:sym typeface="Arial"/>
                </a:rPr>
                <a:t>It must</a:t>
              </a:r>
              <a:r>
                <a:rPr lang="en-GB" sz="2400">
                  <a:solidFill>
                    <a:schemeClr val="dk1"/>
                  </a:solidFill>
                  <a:latin typeface="Arial"/>
                  <a:ea typeface="Arial"/>
                  <a:cs typeface="Arial"/>
                  <a:sym typeface="Arial"/>
                </a:rPr>
                <a:t> be sustainable</a:t>
              </a:r>
              <a:endParaRPr sz="2400">
                <a:solidFill>
                  <a:schemeClr val="dk1"/>
                </a:solidFill>
                <a:latin typeface="Arial"/>
                <a:ea typeface="Arial"/>
                <a:cs typeface="Arial"/>
                <a:sym typeface="Arial"/>
              </a:endParaRPr>
            </a:p>
          </p:txBody>
        </p:sp>
        <p:sp>
          <p:nvSpPr>
            <p:cNvPr id="420" name="Google Shape;420;p13"/>
            <p:cNvSpPr/>
            <p:nvPr/>
          </p:nvSpPr>
          <p:spPr>
            <a:xfrm>
              <a:off x="3303575" y="16416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It will </a:t>
              </a:r>
              <a:r>
                <a:rPr lang="en-GB" sz="2000">
                  <a:solidFill>
                    <a:schemeClr val="dk1"/>
                  </a:solidFill>
                  <a:latin typeface="Arial"/>
                  <a:ea typeface="Arial"/>
                  <a:cs typeface="Arial"/>
                  <a:sym typeface="Arial"/>
                </a:rPr>
                <a:t>encourage people to live and work in our town</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1" name="Google Shape;421;p13"/>
            <p:cNvSpPr/>
            <p:nvPr/>
          </p:nvSpPr>
          <p:spPr>
            <a:xfrm>
              <a:off x="3303575" y="32230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r>
                <a:rPr lang="en-AU" sz="2400" dirty="0">
                  <a:solidFill>
                    <a:schemeClr val="dk1"/>
                  </a:solidFill>
                  <a:latin typeface="Arial"/>
                  <a:ea typeface="Arial"/>
                  <a:cs typeface="Arial"/>
                  <a:sym typeface="Arial"/>
                </a:rPr>
                <a:t>It must benefit the people</a:t>
              </a:r>
              <a:endParaRPr sz="2400" dirty="0">
                <a:solidFill>
                  <a:schemeClr val="dk1"/>
                </a:solidFill>
                <a:latin typeface="Arial"/>
                <a:ea typeface="Arial"/>
                <a:cs typeface="Arial"/>
                <a:sym typeface="Arial"/>
              </a:endParaRPr>
            </a:p>
          </p:txBody>
        </p:sp>
        <p:sp>
          <p:nvSpPr>
            <p:cNvPr id="422" name="Google Shape;422;p13"/>
            <p:cNvSpPr/>
            <p:nvPr/>
          </p:nvSpPr>
          <p:spPr>
            <a:xfrm>
              <a:off x="3303575" y="40137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r>
                <a:rPr lang="en-AU" sz="2400" dirty="0">
                  <a:solidFill>
                    <a:schemeClr val="dk1"/>
                  </a:solidFill>
                  <a:latin typeface="Arial"/>
                  <a:ea typeface="Arial"/>
                  <a:cs typeface="Arial"/>
                  <a:sym typeface="Arial"/>
                </a:rPr>
                <a:t>It will help people of the future</a:t>
              </a:r>
              <a:endParaRPr sz="2400" dirty="0">
                <a:solidFill>
                  <a:schemeClr val="dk1"/>
                </a:solidFill>
                <a:latin typeface="Arial"/>
                <a:ea typeface="Arial"/>
                <a:cs typeface="Arial"/>
                <a:sym typeface="Arial"/>
              </a:endParaRPr>
            </a:p>
          </p:txBody>
        </p:sp>
        <p:sp>
          <p:nvSpPr>
            <p:cNvPr id="423" name="Google Shape;423;p13"/>
            <p:cNvSpPr/>
            <p:nvPr/>
          </p:nvSpPr>
          <p:spPr>
            <a:xfrm>
              <a:off x="3303550" y="24323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r>
                <a:rPr lang="en-AU" sz="2400" dirty="0">
                  <a:solidFill>
                    <a:schemeClr val="dk1"/>
                  </a:solidFill>
                  <a:latin typeface="Arial"/>
                  <a:ea typeface="Arial"/>
                  <a:cs typeface="Arial"/>
                  <a:sym typeface="Arial"/>
                </a:rPr>
                <a:t>It will help not destroy environments</a:t>
              </a:r>
              <a:endParaRPr sz="2400" dirty="0">
                <a:solidFill>
                  <a:schemeClr val="dk1"/>
                </a:solidFill>
                <a:latin typeface="Arial"/>
                <a:ea typeface="Arial"/>
                <a:cs typeface="Arial"/>
                <a:sym typeface="Arial"/>
              </a:endParaRPr>
            </a:p>
          </p:txBody>
        </p:sp>
      </p:grpSp>
      <p:grpSp>
        <p:nvGrpSpPr>
          <p:cNvPr id="424" name="Google Shape;424;p13"/>
          <p:cNvGrpSpPr/>
          <p:nvPr/>
        </p:nvGrpSpPr>
        <p:grpSpPr>
          <a:xfrm>
            <a:off x="-73795" y="0"/>
            <a:ext cx="493925" cy="6858300"/>
            <a:chOff x="-83523" y="0"/>
            <a:chExt cx="493925" cy="6858300"/>
          </a:xfrm>
        </p:grpSpPr>
        <p:sp>
          <p:nvSpPr>
            <p:cNvPr id="425" name="Google Shape;425;p1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6" name="Google Shape;426;p1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7" name="Google Shape;427;p1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8" name="Google Shape;428;p1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9" name="Google Shape;429;p1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30" name="Google Shape;430;p1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31" name="Google Shape;431;p1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32" name="Google Shape;432;p1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33" name="Google Shape;433;p1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34" name="Google Shape;434;p1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4"/>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40" name="Google Shape;440;p14"/>
          <p:cNvGraphicFramePr/>
          <p:nvPr/>
        </p:nvGraphicFramePr>
        <p:xfrm>
          <a:off x="4012667" y="705558"/>
          <a:ext cx="7713700" cy="5896725"/>
        </p:xfrm>
        <a:graphic>
          <a:graphicData uri="http://schemas.openxmlformats.org/drawingml/2006/table">
            <a:tbl>
              <a:tblPr>
                <a:noFill/>
                <a:tableStyleId>{E5B5EC9E-9983-4339-AEF5-35140938B591}</a:tableStyleId>
              </a:tblPr>
              <a:tblGrid>
                <a:gridCol w="1509375">
                  <a:extLst>
                    <a:ext uri="{9D8B030D-6E8A-4147-A177-3AD203B41FA5}">
                      <a16:colId xmlns:a16="http://schemas.microsoft.com/office/drawing/2014/main" val="20000"/>
                    </a:ext>
                  </a:extLst>
                </a:gridCol>
                <a:gridCol w="1509375">
                  <a:extLst>
                    <a:ext uri="{9D8B030D-6E8A-4147-A177-3AD203B41FA5}">
                      <a16:colId xmlns:a16="http://schemas.microsoft.com/office/drawing/2014/main" val="20001"/>
                    </a:ext>
                  </a:extLst>
                </a:gridCol>
                <a:gridCol w="1509375">
                  <a:extLst>
                    <a:ext uri="{9D8B030D-6E8A-4147-A177-3AD203B41FA5}">
                      <a16:colId xmlns:a16="http://schemas.microsoft.com/office/drawing/2014/main" val="20002"/>
                    </a:ext>
                  </a:extLst>
                </a:gridCol>
                <a:gridCol w="1509375">
                  <a:extLst>
                    <a:ext uri="{9D8B030D-6E8A-4147-A177-3AD203B41FA5}">
                      <a16:colId xmlns:a16="http://schemas.microsoft.com/office/drawing/2014/main" val="20003"/>
                    </a:ext>
                  </a:extLst>
                </a:gridCol>
                <a:gridCol w="1676200">
                  <a:extLst>
                    <a:ext uri="{9D8B030D-6E8A-4147-A177-3AD203B41FA5}">
                      <a16:colId xmlns:a16="http://schemas.microsoft.com/office/drawing/2014/main" val="20004"/>
                    </a:ext>
                  </a:extLst>
                </a:gridCol>
              </a:tblGrid>
              <a:tr h="554800">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55480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waste sorting &amp; recycling tech</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Zero-waste community initiatives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Laws to protect ecosystems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Entrepreneurship training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Advanced water recycling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Climate-resistant buildings &amp; early warning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business incubators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Stronger climate adaptation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climate change adaptation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Electric vehicle charging stations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6507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transport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Local networking &amp; mentoring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Rent control &amp; affordable housing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Career education focused on regional opportunities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Better road and bridge maintenance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3D-printed eco-homes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Cooperative housing projects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Government investment in roads &amp; public services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students about infrastructure planning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Expanded public transport networks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693525">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AI-powered mental health apps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Emergency response teams &amp; resilience training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Free regional mental health clinics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Mental health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High-speed internet for all areas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5"/>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Online marketplaces for local goods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Peer support &amp; well-being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Funding for regional job creation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Sustainability education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grids for renewable energy</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Remote work hubs &amp; co-working spaces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tree-planting &amp; wildlife protection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Tax incentives for startups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sustainable housing design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Affordable modular housing developments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7"/>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Rewilding projects &amp; AI conservation tracking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Volunteer repair &amp; maintenance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Bans on single-use plastics &amp; stronger regulations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Environmental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Green urban spaces &amp; rooftop gardens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8"/>
                  </a:ext>
                </a:extLst>
              </a:tr>
            </a:tbl>
          </a:graphicData>
        </a:graphic>
      </p:graphicFrame>
      <p:sp>
        <p:nvSpPr>
          <p:cNvPr id="441" name="Google Shape;441;p14"/>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42" name="Google Shape;442;p14"/>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your personal knowledge and this Morphological Matrix to help generate ideas for the type of designs you will create for an audience of your choosing.</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On the next page, you can mix and match options from each column to generate different design options.</a:t>
            </a:r>
            <a:endParaRPr sz="1333">
              <a:solidFill>
                <a:schemeClr val="dk1"/>
              </a:solidFill>
              <a:latin typeface="Arial"/>
              <a:ea typeface="Arial"/>
              <a:cs typeface="Arial"/>
              <a:sym typeface="Arial"/>
            </a:endParaRPr>
          </a:p>
        </p:txBody>
      </p:sp>
      <p:sp>
        <p:nvSpPr>
          <p:cNvPr id="443" name="Google Shape;443;p14"/>
          <p:cNvSpPr txBox="1"/>
          <p:nvPr/>
        </p:nvSpPr>
        <p:spPr>
          <a:xfrm>
            <a:off x="5534847" y="112561"/>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Morphological Matrix</a:t>
            </a:r>
            <a:endParaRPr sz="2133" b="1">
              <a:solidFill>
                <a:schemeClr val="lt1"/>
              </a:solidFill>
              <a:latin typeface="Arial"/>
              <a:ea typeface="Arial"/>
              <a:cs typeface="Arial"/>
              <a:sym typeface="Arial"/>
            </a:endParaRPr>
          </a:p>
        </p:txBody>
      </p:sp>
      <p:sp>
        <p:nvSpPr>
          <p:cNvPr id="444" name="Google Shape;444;p14"/>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grpSp>
        <p:nvGrpSpPr>
          <p:cNvPr id="445" name="Google Shape;445;p14"/>
          <p:cNvGrpSpPr/>
          <p:nvPr/>
        </p:nvGrpSpPr>
        <p:grpSpPr>
          <a:xfrm>
            <a:off x="-73795" y="0"/>
            <a:ext cx="493925" cy="6858300"/>
            <a:chOff x="-83523" y="0"/>
            <a:chExt cx="493925" cy="6858300"/>
          </a:xfrm>
        </p:grpSpPr>
        <p:sp>
          <p:nvSpPr>
            <p:cNvPr id="446" name="Google Shape;446;p1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7" name="Google Shape;447;p1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8" name="Google Shape;448;p1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9" name="Google Shape;449;p1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0" name="Google Shape;450;p1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1" name="Google Shape;451;p1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52" name="Google Shape;452;p1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53" name="Google Shape;453;p1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54" name="Google Shape;454;p1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55" name="Google Shape;455;p1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15"/>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61" name="Google Shape;461;p15"/>
          <p:cNvGraphicFramePr/>
          <p:nvPr>
            <p:extLst>
              <p:ext uri="{D42A27DB-BD31-4B8C-83A1-F6EECF244321}">
                <p14:modId xmlns:p14="http://schemas.microsoft.com/office/powerpoint/2010/main" val="2429875470"/>
              </p:ext>
            </p:extLst>
          </p:nvPr>
        </p:nvGraphicFramePr>
        <p:xfrm>
          <a:off x="4455432" y="413133"/>
          <a:ext cx="7146550" cy="1853375"/>
        </p:xfrm>
        <a:graphic>
          <a:graphicData uri="http://schemas.openxmlformats.org/drawingml/2006/table">
            <a:tbl>
              <a:tblPr>
                <a:noFill/>
                <a:tableStyleId>{E5B5EC9E-9983-4339-AEF5-35140938B591}</a:tableStyleId>
              </a:tblPr>
              <a:tblGrid>
                <a:gridCol w="1398400">
                  <a:extLst>
                    <a:ext uri="{9D8B030D-6E8A-4147-A177-3AD203B41FA5}">
                      <a16:colId xmlns:a16="http://schemas.microsoft.com/office/drawing/2014/main" val="20000"/>
                    </a:ext>
                  </a:extLst>
                </a:gridCol>
                <a:gridCol w="1398400">
                  <a:extLst>
                    <a:ext uri="{9D8B030D-6E8A-4147-A177-3AD203B41FA5}">
                      <a16:colId xmlns:a16="http://schemas.microsoft.com/office/drawing/2014/main" val="20001"/>
                    </a:ext>
                  </a:extLst>
                </a:gridCol>
                <a:gridCol w="1398400">
                  <a:extLst>
                    <a:ext uri="{9D8B030D-6E8A-4147-A177-3AD203B41FA5}">
                      <a16:colId xmlns:a16="http://schemas.microsoft.com/office/drawing/2014/main" val="20002"/>
                    </a:ext>
                  </a:extLst>
                </a:gridCol>
                <a:gridCol w="1398400">
                  <a:extLst>
                    <a:ext uri="{9D8B030D-6E8A-4147-A177-3AD203B41FA5}">
                      <a16:colId xmlns:a16="http://schemas.microsoft.com/office/drawing/2014/main" val="20003"/>
                    </a:ext>
                  </a:extLst>
                </a:gridCol>
                <a:gridCol w="155295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b="1" u="none" strike="noStrike" cap="none" dirty="0">
                          <a:solidFill>
                            <a:schemeClr val="dk1"/>
                          </a:solidFill>
                        </a:rPr>
                        <a:t>Natural and cheap building designs</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86C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800" b="1" u="none" strike="noStrike" cap="none" dirty="0"/>
                        <a:t>Helps people become independent</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800" b="1" u="none" strike="noStrike" cap="none" dirty="0"/>
                        <a:t>Government funded</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800" b="1" u="none" strike="noStrike" cap="none" dirty="0"/>
                        <a:t>Build spaces that are affordable</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2" name="Google Shape;462;p15"/>
          <p:cNvGraphicFramePr/>
          <p:nvPr>
            <p:extLst>
              <p:ext uri="{D42A27DB-BD31-4B8C-83A1-F6EECF244321}">
                <p14:modId xmlns:p14="http://schemas.microsoft.com/office/powerpoint/2010/main" val="256298423"/>
              </p:ext>
            </p:extLst>
          </p:nvPr>
        </p:nvGraphicFramePr>
        <p:xfrm>
          <a:off x="4466733" y="2557715"/>
          <a:ext cx="7135300" cy="1853375"/>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b="1" u="none" strike="noStrike" cap="none" dirty="0">
                          <a:solidFill>
                            <a:schemeClr val="dk1"/>
                          </a:solidFill>
                        </a:rPr>
                        <a:t>Optimal waste collection robot</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00B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r>
                        <a:rPr lang="en-AU" sz="800" b="1" u="none" strike="noStrike" cap="none" dirty="0"/>
                        <a:t>Futuristic robot</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3" name="Google Shape;463;p15"/>
          <p:cNvGraphicFramePr/>
          <p:nvPr>
            <p:extLst>
              <p:ext uri="{D42A27DB-BD31-4B8C-83A1-F6EECF244321}">
                <p14:modId xmlns:p14="http://schemas.microsoft.com/office/powerpoint/2010/main" val="1568921819"/>
              </p:ext>
            </p:extLst>
          </p:nvPr>
        </p:nvGraphicFramePr>
        <p:xfrm>
          <a:off x="4455432" y="4712456"/>
          <a:ext cx="7135300" cy="1853375"/>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AU" sz="2000" b="1" u="none" strike="noStrike" cap="none" dirty="0"/>
                        <a:t>Clean energy</a:t>
                      </a:r>
                      <a:endParaRPr sz="20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r>
                        <a:rPr lang="en-AU" sz="800" b="1" u="none" strike="noStrike" cap="none" dirty="0"/>
                        <a:t>Solar, wind and nuclear energy</a:t>
                      </a: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464" name="Google Shape;464;p15"/>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65" name="Google Shape;465;p15"/>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sp>
        <p:nvSpPr>
          <p:cNvPr id="466" name="Google Shape;466;p15"/>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create 3 possible design options to meet your design challenge.</a:t>
            </a:r>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Get feedback from others to help you decide which one to further develop into a final solution.</a:t>
            </a:r>
            <a:endParaRPr/>
          </a:p>
        </p:txBody>
      </p:sp>
      <p:grpSp>
        <p:nvGrpSpPr>
          <p:cNvPr id="467" name="Google Shape;467;p15"/>
          <p:cNvGrpSpPr/>
          <p:nvPr/>
        </p:nvGrpSpPr>
        <p:grpSpPr>
          <a:xfrm>
            <a:off x="-83523" y="0"/>
            <a:ext cx="493925" cy="6858300"/>
            <a:chOff x="-83523" y="0"/>
            <a:chExt cx="493925" cy="6858300"/>
          </a:xfrm>
        </p:grpSpPr>
        <p:sp>
          <p:nvSpPr>
            <p:cNvPr id="468" name="Google Shape;468;p1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69" name="Google Shape;469;p1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0" name="Google Shape;470;p1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1" name="Google Shape;471;p1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2" name="Google Shape;472;p1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3" name="Google Shape;473;p1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74" name="Google Shape;474;p1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75" name="Google Shape;475;p1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76" name="Google Shape;476;p1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77" name="Google Shape;477;p1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6"/>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483" name="Google Shape;483;p16"/>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4" name="Google Shape;484;p1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85" name="Google Shape;485;p16"/>
          <p:cNvSpPr txBox="1"/>
          <p:nvPr/>
        </p:nvSpPr>
        <p:spPr>
          <a:xfrm>
            <a:off x="589998" y="370310"/>
            <a:ext cx="294467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chemeClr val="dk1"/>
                </a:solidFill>
                <a:latin typeface="Arial"/>
                <a:ea typeface="Arial"/>
                <a:cs typeface="Arial"/>
                <a:sym typeface="Arial"/>
              </a:rPr>
              <a:t>Generating &amp; Designing</a:t>
            </a:r>
            <a:endParaRPr/>
          </a:p>
        </p:txBody>
      </p:sp>
      <p:sp>
        <p:nvSpPr>
          <p:cNvPr id="486" name="Google Shape;486;p16"/>
          <p:cNvSpPr/>
          <p:nvPr/>
        </p:nvSpPr>
        <p:spPr>
          <a:xfrm>
            <a:off x="3839673" y="278971"/>
            <a:ext cx="8098327" cy="6323307"/>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7" name="Google Shape;487;p16"/>
          <p:cNvSpPr txBox="1"/>
          <p:nvPr/>
        </p:nvSpPr>
        <p:spPr>
          <a:xfrm>
            <a:off x="692548" y="644129"/>
            <a:ext cx="2671160" cy="3247002"/>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00">
                <a:solidFill>
                  <a:schemeClr val="dk1"/>
                </a:solidFill>
                <a:latin typeface="Arial"/>
                <a:ea typeface="Arial"/>
                <a:cs typeface="Arial"/>
                <a:sym typeface="Arial"/>
              </a:rPr>
              <a:t>Sketch your ideas for the features of your future town.</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Use your research to inspire creative and practical ideas.</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Highlight how these features will make the town more sustainable, accessible, and enjoyable for everyone.</a:t>
            </a:r>
            <a:endParaRPr/>
          </a:p>
          <a:p>
            <a:pPr marL="285750" marR="0" lvl="0" indent="-285750" algn="l" rtl="0">
              <a:spcBef>
                <a:spcPts val="0"/>
              </a:spcBef>
              <a:spcAft>
                <a:spcPts val="0"/>
              </a:spcAft>
              <a:buClr>
                <a:schemeClr val="dk1"/>
              </a:buClr>
              <a:buSzPts val="1300"/>
              <a:buFont typeface="Arial"/>
              <a:buChar char="•"/>
            </a:pPr>
            <a:r>
              <a:rPr lang="en-GB" sz="1300" b="1">
                <a:solidFill>
                  <a:schemeClr val="dk1"/>
                </a:solidFill>
                <a:latin typeface="Arial"/>
                <a:ea typeface="Arial"/>
                <a:cs typeface="Arial"/>
                <a:sym typeface="Arial"/>
              </a:rPr>
              <a:t>Add notes to explain </a:t>
            </a:r>
            <a:r>
              <a:rPr lang="en-GB" sz="1300">
                <a:solidFill>
                  <a:schemeClr val="dk1"/>
                </a:solidFill>
                <a:latin typeface="Arial"/>
                <a:ea typeface="Arial"/>
                <a:cs typeface="Arial"/>
                <a:sym typeface="Arial"/>
              </a:rPr>
              <a:t>the purpose, function, and design of each feature.</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You can </a:t>
            </a:r>
            <a:r>
              <a:rPr lang="en-GB" sz="1300" b="1">
                <a:solidFill>
                  <a:schemeClr val="dk1"/>
                </a:solidFill>
                <a:latin typeface="Arial"/>
                <a:ea typeface="Arial"/>
                <a:cs typeface="Arial"/>
                <a:sym typeface="Arial"/>
              </a:rPr>
              <a:t>draw your ideas </a:t>
            </a:r>
            <a:r>
              <a:rPr lang="en-GB" sz="1300">
                <a:solidFill>
                  <a:schemeClr val="dk1"/>
                </a:solidFill>
                <a:latin typeface="Arial"/>
                <a:ea typeface="Arial"/>
                <a:cs typeface="Arial"/>
                <a:sym typeface="Arial"/>
              </a:rPr>
              <a:t>on paper and upload photos or </a:t>
            </a:r>
            <a:r>
              <a:rPr lang="en-GB" sz="1300" b="1">
                <a:solidFill>
                  <a:schemeClr val="dk1"/>
                </a:solidFill>
                <a:latin typeface="Arial"/>
                <a:ea typeface="Arial"/>
                <a:cs typeface="Arial"/>
                <a:sym typeface="Arial"/>
              </a:rPr>
              <a:t>use CAD software </a:t>
            </a:r>
            <a:r>
              <a:rPr lang="en-GB" sz="1300">
                <a:solidFill>
                  <a:schemeClr val="dk1"/>
                </a:solidFill>
                <a:latin typeface="Arial"/>
                <a:ea typeface="Arial"/>
                <a:cs typeface="Arial"/>
                <a:sym typeface="Arial"/>
              </a:rPr>
              <a:t>if preferred. </a:t>
            </a:r>
            <a:endParaRPr/>
          </a:p>
        </p:txBody>
      </p:sp>
      <p:sp>
        <p:nvSpPr>
          <p:cNvPr id="488" name="Google Shape;488;p16"/>
          <p:cNvSpPr txBox="1"/>
          <p:nvPr/>
        </p:nvSpPr>
        <p:spPr>
          <a:xfrm>
            <a:off x="1054304" y="6073571"/>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
        <p:nvSpPr>
          <p:cNvPr id="489" name="Google Shape;489;p16"/>
          <p:cNvSpPr txBox="1"/>
          <p:nvPr/>
        </p:nvSpPr>
        <p:spPr>
          <a:xfrm>
            <a:off x="4791603" y="336955"/>
            <a:ext cx="615901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1"/>
                </a:solidFill>
                <a:latin typeface="Arial"/>
                <a:ea typeface="Arial"/>
                <a:cs typeface="Arial"/>
                <a:sym typeface="Arial"/>
              </a:rPr>
              <a:t>Future Town Concept Features</a:t>
            </a:r>
            <a:endParaRPr/>
          </a:p>
        </p:txBody>
      </p:sp>
      <p:pic>
        <p:nvPicPr>
          <p:cNvPr id="490" name="Google Shape;490;p16" descr="48,511 City Block Sketch Royalty-Free Photos and Stock Images | Shutterstock"/>
          <p:cNvPicPr preferRelativeResize="0"/>
          <p:nvPr/>
        </p:nvPicPr>
        <p:blipFill rotWithShape="1">
          <a:blip r:embed="rId3">
            <a:alphaModFix/>
          </a:blip>
          <a:srcRect t="9253" b="9385"/>
          <a:stretch/>
        </p:blipFill>
        <p:spPr>
          <a:xfrm>
            <a:off x="1021883" y="4211291"/>
            <a:ext cx="2079899" cy="1549168"/>
          </a:xfrm>
          <a:prstGeom prst="rect">
            <a:avLst/>
          </a:prstGeom>
          <a:noFill/>
          <a:ln>
            <a:noFill/>
          </a:ln>
        </p:spPr>
      </p:pic>
      <p:grpSp>
        <p:nvGrpSpPr>
          <p:cNvPr id="491" name="Google Shape;491;p16"/>
          <p:cNvGrpSpPr/>
          <p:nvPr/>
        </p:nvGrpSpPr>
        <p:grpSpPr>
          <a:xfrm>
            <a:off x="-83523" y="0"/>
            <a:ext cx="493925" cy="6858300"/>
            <a:chOff x="-83523" y="0"/>
            <a:chExt cx="493925" cy="6858300"/>
          </a:xfrm>
        </p:grpSpPr>
        <p:sp>
          <p:nvSpPr>
            <p:cNvPr id="492" name="Google Shape;492;p1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3" name="Google Shape;493;p1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4" name="Google Shape;494;p1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5" name="Google Shape;495;p1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6" name="Google Shape;496;p1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7" name="Google Shape;497;p1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98" name="Google Shape;498;p1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99" name="Google Shape;499;p1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00" name="Google Shape;500;p1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01" name="Google Shape;501;p1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2" name="Picture 1" descr="VR Solar Panel Power Generation Training Simulation – Walkthrough Experience - Effe Technology">
            <a:extLst>
              <a:ext uri="{FF2B5EF4-FFF2-40B4-BE49-F238E27FC236}">
                <a16:creationId xmlns:a16="http://schemas.microsoft.com/office/drawing/2014/main" id="{3F24F37F-85F7-4FCE-C43C-D8D678A6DF92}"/>
              </a:ext>
            </a:extLst>
          </p:cNvPr>
          <p:cNvPicPr>
            <a:picLocks noChangeAspect="1"/>
          </p:cNvPicPr>
          <p:nvPr/>
        </p:nvPicPr>
        <p:blipFill>
          <a:blip r:embed="rId4"/>
          <a:stretch>
            <a:fillRect/>
          </a:stretch>
        </p:blipFill>
        <p:spPr>
          <a:xfrm>
            <a:off x="4219459" y="1127964"/>
            <a:ext cx="2879419" cy="1615284"/>
          </a:xfrm>
          <a:prstGeom prst="rect">
            <a:avLst/>
          </a:prstGeom>
        </p:spPr>
      </p:pic>
      <p:pic>
        <p:nvPicPr>
          <p:cNvPr id="3" name="Picture 2" descr="Education and industry partner to bring virtual reality wind farm to life - Energy Source &amp; Distribution">
            <a:extLst>
              <a:ext uri="{FF2B5EF4-FFF2-40B4-BE49-F238E27FC236}">
                <a16:creationId xmlns:a16="http://schemas.microsoft.com/office/drawing/2014/main" id="{D14064D3-37B8-57E4-FC33-67B00142679D}"/>
              </a:ext>
            </a:extLst>
          </p:cNvPr>
          <p:cNvPicPr>
            <a:picLocks noChangeAspect="1"/>
          </p:cNvPicPr>
          <p:nvPr/>
        </p:nvPicPr>
        <p:blipFill>
          <a:blip r:embed="rId5"/>
          <a:stretch>
            <a:fillRect/>
          </a:stretch>
        </p:blipFill>
        <p:spPr>
          <a:xfrm>
            <a:off x="7858752" y="931977"/>
            <a:ext cx="2879419" cy="1486529"/>
          </a:xfrm>
          <a:prstGeom prst="rect">
            <a:avLst/>
          </a:prstGeom>
        </p:spPr>
      </p:pic>
      <p:pic>
        <p:nvPicPr>
          <p:cNvPr id="4" name="Picture 3" descr="That's Powerful: GE Is Using Virtual Reality To Train Nuclear Engineers | GE News">
            <a:extLst>
              <a:ext uri="{FF2B5EF4-FFF2-40B4-BE49-F238E27FC236}">
                <a16:creationId xmlns:a16="http://schemas.microsoft.com/office/drawing/2014/main" id="{31B958C1-BFEF-1FB6-DC78-A6E91458CBA5}"/>
              </a:ext>
            </a:extLst>
          </p:cNvPr>
          <p:cNvPicPr>
            <a:picLocks noChangeAspect="1"/>
          </p:cNvPicPr>
          <p:nvPr/>
        </p:nvPicPr>
        <p:blipFill>
          <a:blip r:embed="rId6"/>
          <a:stretch>
            <a:fillRect/>
          </a:stretch>
        </p:blipFill>
        <p:spPr>
          <a:xfrm>
            <a:off x="4219459" y="3061569"/>
            <a:ext cx="3218653" cy="2424927"/>
          </a:xfrm>
          <a:prstGeom prst="rect">
            <a:avLst/>
          </a:prstGeom>
        </p:spPr>
      </p:pic>
      <p:pic>
        <p:nvPicPr>
          <p:cNvPr id="5" name="Picture 4" descr="Autonomous trash-gobbling robot boat wages war on waterway waste | Fox News">
            <a:extLst>
              <a:ext uri="{FF2B5EF4-FFF2-40B4-BE49-F238E27FC236}">
                <a16:creationId xmlns:a16="http://schemas.microsoft.com/office/drawing/2014/main" id="{5BDD3B62-1871-E7DB-3179-EE00DBF87DC6}"/>
              </a:ext>
            </a:extLst>
          </p:cNvPr>
          <p:cNvPicPr>
            <a:picLocks noChangeAspect="1"/>
          </p:cNvPicPr>
          <p:nvPr/>
        </p:nvPicPr>
        <p:blipFill>
          <a:blip r:embed="rId7"/>
          <a:stretch>
            <a:fillRect/>
          </a:stretch>
        </p:blipFill>
        <p:spPr>
          <a:xfrm>
            <a:off x="8047245" y="2674228"/>
            <a:ext cx="2690926" cy="1509544"/>
          </a:xfrm>
          <a:prstGeom prst="rect">
            <a:avLst/>
          </a:prstGeom>
        </p:spPr>
      </p:pic>
      <p:pic>
        <p:nvPicPr>
          <p:cNvPr id="6" name="Picture 5" descr="VR Incursion Adelaide: Tyndale Christian School Case Study - Reality Bytes Media">
            <a:extLst>
              <a:ext uri="{FF2B5EF4-FFF2-40B4-BE49-F238E27FC236}">
                <a16:creationId xmlns:a16="http://schemas.microsoft.com/office/drawing/2014/main" id="{A32C0A46-18F4-961A-0B97-FFA7A5CED0E3}"/>
              </a:ext>
            </a:extLst>
          </p:cNvPr>
          <p:cNvPicPr>
            <a:picLocks noChangeAspect="1"/>
          </p:cNvPicPr>
          <p:nvPr/>
        </p:nvPicPr>
        <p:blipFill>
          <a:blip r:embed="rId8"/>
          <a:stretch>
            <a:fillRect/>
          </a:stretch>
        </p:blipFill>
        <p:spPr>
          <a:xfrm>
            <a:off x="7764836" y="4348367"/>
            <a:ext cx="3467100" cy="20002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17"/>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07" name="Google Shape;507;p17"/>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508" name="Google Shape;508;p17"/>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encountered?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509" name="Google Shape;509;p17"/>
          <p:cNvGrpSpPr/>
          <p:nvPr/>
        </p:nvGrpSpPr>
        <p:grpSpPr>
          <a:xfrm>
            <a:off x="-83523" y="0"/>
            <a:ext cx="493925" cy="6858300"/>
            <a:chOff x="-83523" y="0"/>
            <a:chExt cx="493925" cy="6858300"/>
          </a:xfrm>
        </p:grpSpPr>
        <p:sp>
          <p:nvSpPr>
            <p:cNvPr id="510" name="Google Shape;510;p1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1" name="Google Shape;511;p1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2" name="Google Shape;512;p1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3" name="Google Shape;513;p1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4" name="Google Shape;514;p1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5" name="Google Shape;515;p1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16" name="Google Shape;516;p1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17" name="Google Shape;517;p1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18" name="Google Shape;518;p1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19" name="Google Shape;519;p1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Light Brown – HTML Color Codes">
            <a:extLst>
              <a:ext uri="{FF2B5EF4-FFF2-40B4-BE49-F238E27FC236}">
                <a16:creationId xmlns:a16="http://schemas.microsoft.com/office/drawing/2014/main" id="{10F77FED-54C7-0083-A537-B5CF44220373}"/>
              </a:ext>
            </a:extLst>
          </p:cNvPr>
          <p:cNvPicPr>
            <a:picLocks noChangeAspect="1"/>
          </p:cNvPicPr>
          <p:nvPr/>
        </p:nvPicPr>
        <p:blipFill>
          <a:blip r:embed="rId2"/>
          <a:stretch>
            <a:fillRect/>
          </a:stretch>
        </p:blipFill>
        <p:spPr>
          <a:xfrm>
            <a:off x="-175811" y="-172442"/>
            <a:ext cx="12823175" cy="8397478"/>
          </a:xfrm>
          <a:prstGeom prst="rect">
            <a:avLst/>
          </a:prstGeom>
        </p:spPr>
      </p:pic>
      <p:sp>
        <p:nvSpPr>
          <p:cNvPr id="2" name="Title 1">
            <a:extLst>
              <a:ext uri="{FF2B5EF4-FFF2-40B4-BE49-F238E27FC236}">
                <a16:creationId xmlns:a16="http://schemas.microsoft.com/office/drawing/2014/main" id="{AD1263FC-1806-A08C-1BD8-55515816CED5}"/>
              </a:ext>
            </a:extLst>
          </p:cNvPr>
          <p:cNvSpPr>
            <a:spLocks noGrp="1"/>
          </p:cNvSpPr>
          <p:nvPr>
            <p:ph type="title"/>
          </p:nvPr>
        </p:nvSpPr>
        <p:spPr>
          <a:xfrm>
            <a:off x="415600" y="481216"/>
            <a:ext cx="11360800" cy="1122400"/>
          </a:xfrm>
        </p:spPr>
        <p:txBody>
          <a:bodyPr/>
          <a:lstStyle/>
          <a:p>
            <a:r>
              <a:rPr lang="en-AU" dirty="0"/>
              <a:t>My Design</a:t>
            </a:r>
          </a:p>
        </p:txBody>
      </p:sp>
      <p:sp>
        <p:nvSpPr>
          <p:cNvPr id="4" name="TextBox 3">
            <a:extLst>
              <a:ext uri="{FF2B5EF4-FFF2-40B4-BE49-F238E27FC236}">
                <a16:creationId xmlns:a16="http://schemas.microsoft.com/office/drawing/2014/main" id="{E25DCF0F-14F1-C68F-B117-44EBB9CA13A8}"/>
              </a:ext>
            </a:extLst>
          </p:cNvPr>
          <p:cNvSpPr txBox="1"/>
          <p:nvPr/>
        </p:nvSpPr>
        <p:spPr>
          <a:xfrm>
            <a:off x="594910" y="1570566"/>
            <a:ext cx="5023692" cy="2893100"/>
          </a:xfrm>
          <a:prstGeom prst="rect">
            <a:avLst/>
          </a:prstGeom>
          <a:noFill/>
        </p:spPr>
        <p:txBody>
          <a:bodyPr wrap="square" rtlCol="0">
            <a:spAutoFit/>
          </a:bodyPr>
          <a:lstStyle/>
          <a:p>
            <a:r>
              <a:rPr lang="en-AU" dirty="0"/>
              <a:t>I like to have my user move people into a building/house where they are happy due to an instruction's booklet for certain people.</a:t>
            </a:r>
          </a:p>
          <a:p>
            <a:endParaRPr lang="en-AU" dirty="0"/>
          </a:p>
          <a:p>
            <a:r>
              <a:rPr lang="en-AU" dirty="0"/>
              <a:t>My user should learn that house prices are a large reason  why people struggle for independency, but people can’t be crammed into random spaces. They still have requirements. </a:t>
            </a:r>
          </a:p>
          <a:p>
            <a:endParaRPr lang="en-AU" dirty="0"/>
          </a:p>
          <a:p>
            <a:r>
              <a:rPr lang="en-AU" dirty="0"/>
              <a:t>People will have smiley or sad reactions based on if they like there housing. It would be nice to have the booklet online and accessible as a pop-up.</a:t>
            </a:r>
          </a:p>
          <a:p>
            <a:endParaRPr lang="en-AU" dirty="0"/>
          </a:p>
          <a:p>
            <a:r>
              <a:rPr lang="en-AU" dirty="0"/>
              <a:t>Adding roads and background animation would be nice.</a:t>
            </a:r>
          </a:p>
        </p:txBody>
      </p:sp>
      <p:pic>
        <p:nvPicPr>
          <p:cNvPr id="5" name="Picture 4" descr="How to try out your new home before it's built | Information Age | ACS">
            <a:extLst>
              <a:ext uri="{FF2B5EF4-FFF2-40B4-BE49-F238E27FC236}">
                <a16:creationId xmlns:a16="http://schemas.microsoft.com/office/drawing/2014/main" id="{B4B07B72-9EF8-547A-1B66-EBD199BD7B11}"/>
              </a:ext>
            </a:extLst>
          </p:cNvPr>
          <p:cNvPicPr>
            <a:picLocks noChangeAspect="1"/>
          </p:cNvPicPr>
          <p:nvPr/>
        </p:nvPicPr>
        <p:blipFill>
          <a:blip r:embed="rId3"/>
          <a:stretch>
            <a:fillRect/>
          </a:stretch>
        </p:blipFill>
        <p:spPr>
          <a:xfrm>
            <a:off x="5854288" y="1603616"/>
            <a:ext cx="5686425" cy="3190875"/>
          </a:xfrm>
          <a:prstGeom prst="rect">
            <a:avLst/>
          </a:prstGeom>
        </p:spPr>
      </p:pic>
      <p:sp>
        <p:nvSpPr>
          <p:cNvPr id="6" name="TextBox 5">
            <a:extLst>
              <a:ext uri="{FF2B5EF4-FFF2-40B4-BE49-F238E27FC236}">
                <a16:creationId xmlns:a16="http://schemas.microsoft.com/office/drawing/2014/main" id="{E0020472-D6D0-39C2-FEC1-80CD9FE34C74}"/>
              </a:ext>
            </a:extLst>
          </p:cNvPr>
          <p:cNvSpPr txBox="1"/>
          <p:nvPr/>
        </p:nvSpPr>
        <p:spPr>
          <a:xfrm>
            <a:off x="415600" y="4946607"/>
            <a:ext cx="5468039" cy="1231106"/>
          </a:xfrm>
          <a:prstGeom prst="rect">
            <a:avLst/>
          </a:prstGeom>
          <a:noFill/>
        </p:spPr>
        <p:txBody>
          <a:bodyPr wrap="square" rtlCol="0">
            <a:spAutoFit/>
          </a:bodyPr>
          <a:lstStyle/>
          <a:p>
            <a:r>
              <a:rPr lang="en-AU" b="1" u="sng" dirty="0"/>
              <a:t>Minimum</a:t>
            </a:r>
          </a:p>
          <a:p>
            <a:pPr marL="171450" indent="-171450">
              <a:buFont typeface="Arial" panose="020B0604020202020204" pitchFamily="34" charset="0"/>
              <a:buChar char="•"/>
            </a:pPr>
            <a:r>
              <a:rPr lang="en-AU" sz="1200" dirty="0"/>
              <a:t>Exterior House Designs</a:t>
            </a:r>
          </a:p>
          <a:p>
            <a:pPr marL="171450" indent="-171450">
              <a:buFont typeface="Arial" panose="020B0604020202020204" pitchFamily="34" charset="0"/>
              <a:buChar char="•"/>
            </a:pPr>
            <a:r>
              <a:rPr lang="en-AU" sz="1200" dirty="0"/>
              <a:t>Text Pop-Up</a:t>
            </a:r>
          </a:p>
          <a:p>
            <a:pPr marL="171450" indent="-171450">
              <a:buFont typeface="Arial" panose="020B0604020202020204" pitchFamily="34" charset="0"/>
              <a:buChar char="•"/>
            </a:pPr>
            <a:r>
              <a:rPr lang="en-AU" sz="1200" dirty="0"/>
              <a:t>Animated Roads and traffic</a:t>
            </a:r>
          </a:p>
          <a:p>
            <a:pPr marL="171450" indent="-171450">
              <a:buFont typeface="Arial" panose="020B0604020202020204" pitchFamily="34" charset="0"/>
              <a:buChar char="•"/>
            </a:pPr>
            <a:r>
              <a:rPr lang="en-AU" sz="1200" dirty="0"/>
              <a:t>Street with affordable housing</a:t>
            </a:r>
          </a:p>
          <a:p>
            <a:pPr marL="171450" indent="-171450">
              <a:buFont typeface="Arial" panose="020B0604020202020204" pitchFamily="34" charset="0"/>
              <a:buChar char="•"/>
            </a:pPr>
            <a:r>
              <a:rPr lang="en-AU" sz="1200" dirty="0"/>
              <a:t>Info Booklet</a:t>
            </a:r>
          </a:p>
        </p:txBody>
      </p:sp>
      <p:sp>
        <p:nvSpPr>
          <p:cNvPr id="8" name="TextBox 7">
            <a:extLst>
              <a:ext uri="{FF2B5EF4-FFF2-40B4-BE49-F238E27FC236}">
                <a16:creationId xmlns:a16="http://schemas.microsoft.com/office/drawing/2014/main" id="{D5301025-DCD5-8246-C15B-D983E602CD9F}"/>
              </a:ext>
            </a:extLst>
          </p:cNvPr>
          <p:cNvSpPr txBox="1"/>
          <p:nvPr/>
        </p:nvSpPr>
        <p:spPr>
          <a:xfrm>
            <a:off x="3817976" y="5062846"/>
            <a:ext cx="5468039" cy="1046440"/>
          </a:xfrm>
          <a:prstGeom prst="rect">
            <a:avLst/>
          </a:prstGeom>
          <a:noFill/>
        </p:spPr>
        <p:txBody>
          <a:bodyPr wrap="square" rtlCol="0">
            <a:spAutoFit/>
          </a:bodyPr>
          <a:lstStyle/>
          <a:p>
            <a:r>
              <a:rPr lang="en-AU" b="1" u="sng" dirty="0"/>
              <a:t>Wants</a:t>
            </a:r>
          </a:p>
          <a:p>
            <a:pPr marL="171450" indent="-171450">
              <a:buFont typeface="Arial" panose="020B0604020202020204" pitchFamily="34" charset="0"/>
              <a:buChar char="•"/>
            </a:pPr>
            <a:r>
              <a:rPr lang="en-AU" sz="1200" dirty="0"/>
              <a:t>Interior House Design</a:t>
            </a:r>
          </a:p>
          <a:p>
            <a:pPr marL="171450" indent="-171450">
              <a:buFont typeface="Arial" panose="020B0604020202020204" pitchFamily="34" charset="0"/>
              <a:buChar char="•"/>
            </a:pPr>
            <a:r>
              <a:rPr lang="en-AU" sz="1200" dirty="0"/>
              <a:t>Interactive light feature</a:t>
            </a:r>
          </a:p>
          <a:p>
            <a:pPr marL="171450" indent="-171450">
              <a:buFont typeface="Arial" panose="020B0604020202020204" pitchFamily="34" charset="0"/>
              <a:buChar char="•"/>
            </a:pPr>
            <a:r>
              <a:rPr lang="en-AU" sz="1200" dirty="0"/>
              <a:t>Finish Animation</a:t>
            </a:r>
          </a:p>
          <a:p>
            <a:pPr marL="171450" indent="-171450">
              <a:buFont typeface="Arial" panose="020B0604020202020204" pitchFamily="34" charset="0"/>
              <a:buChar char="•"/>
            </a:pPr>
            <a:r>
              <a:rPr lang="en-AU" sz="1200" dirty="0"/>
              <a:t>Credits scene</a:t>
            </a:r>
          </a:p>
        </p:txBody>
      </p:sp>
      <p:sp>
        <p:nvSpPr>
          <p:cNvPr id="10" name="TextBox 9">
            <a:extLst>
              <a:ext uri="{FF2B5EF4-FFF2-40B4-BE49-F238E27FC236}">
                <a16:creationId xmlns:a16="http://schemas.microsoft.com/office/drawing/2014/main" id="{D286D19B-25E3-E780-C313-A1EEE61B94C7}"/>
              </a:ext>
            </a:extLst>
          </p:cNvPr>
          <p:cNvSpPr txBox="1"/>
          <p:nvPr/>
        </p:nvSpPr>
        <p:spPr>
          <a:xfrm>
            <a:off x="7088149" y="5062846"/>
            <a:ext cx="5468039" cy="677108"/>
          </a:xfrm>
          <a:prstGeom prst="rect">
            <a:avLst/>
          </a:prstGeom>
          <a:noFill/>
        </p:spPr>
        <p:txBody>
          <a:bodyPr wrap="square" rtlCol="0">
            <a:spAutoFit/>
          </a:bodyPr>
          <a:lstStyle/>
          <a:p>
            <a:r>
              <a:rPr lang="en-AU" b="1" u="sng" dirty="0"/>
              <a:t>Stretch</a:t>
            </a:r>
          </a:p>
          <a:p>
            <a:pPr marL="171450" indent="-171450">
              <a:buFont typeface="Arial" panose="020B0604020202020204" pitchFamily="34" charset="0"/>
              <a:buChar char="•"/>
            </a:pPr>
            <a:r>
              <a:rPr lang="en-AU" sz="1200" dirty="0"/>
              <a:t>Part 2, Hotel</a:t>
            </a:r>
          </a:p>
          <a:p>
            <a:pPr marL="171450" indent="-171450">
              <a:buFont typeface="Arial" panose="020B0604020202020204" pitchFamily="34" charset="0"/>
              <a:buChar char="•"/>
            </a:pPr>
            <a:r>
              <a:rPr lang="en-AU" sz="1200" dirty="0"/>
              <a:t>Home screen</a:t>
            </a:r>
          </a:p>
        </p:txBody>
      </p:sp>
    </p:spTree>
    <p:extLst>
      <p:ext uri="{BB962C8B-B14F-4D97-AF65-F5344CB8AC3E}">
        <p14:creationId xmlns:p14="http://schemas.microsoft.com/office/powerpoint/2010/main" val="2175368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E0EF-F1BF-1908-8F4C-CFD9025C6EEA}"/>
              </a:ext>
            </a:extLst>
          </p:cNvPr>
          <p:cNvSpPr>
            <a:spLocks noGrp="1"/>
          </p:cNvSpPr>
          <p:nvPr>
            <p:ph type="title"/>
          </p:nvPr>
        </p:nvSpPr>
        <p:spPr>
          <a:xfrm>
            <a:off x="296728" y="773824"/>
            <a:ext cx="11360800" cy="1122400"/>
          </a:xfrm>
        </p:spPr>
        <p:txBody>
          <a:bodyPr>
            <a:normAutofit/>
          </a:bodyPr>
          <a:lstStyle/>
          <a:p>
            <a:r>
              <a:rPr lang="en-US" dirty="0"/>
              <a:t>Checkpoint:</a:t>
            </a:r>
            <a:endParaRPr lang="en-AU" dirty="0"/>
          </a:p>
        </p:txBody>
      </p:sp>
      <p:sp>
        <p:nvSpPr>
          <p:cNvPr id="3" name="TextBox 2">
            <a:extLst>
              <a:ext uri="{FF2B5EF4-FFF2-40B4-BE49-F238E27FC236}">
                <a16:creationId xmlns:a16="http://schemas.microsoft.com/office/drawing/2014/main" id="{8B900196-D842-A7A4-A6EE-FCC7C049B684}"/>
              </a:ext>
            </a:extLst>
          </p:cNvPr>
          <p:cNvSpPr txBox="1"/>
          <p:nvPr/>
        </p:nvSpPr>
        <p:spPr>
          <a:xfrm>
            <a:off x="1258824" y="1896224"/>
            <a:ext cx="9436608" cy="1600438"/>
          </a:xfrm>
          <a:prstGeom prst="rect">
            <a:avLst/>
          </a:prstGeom>
          <a:noFill/>
        </p:spPr>
        <p:txBody>
          <a:bodyPr wrap="square" rtlCol="0">
            <a:spAutoFit/>
          </a:bodyPr>
          <a:lstStyle/>
          <a:p>
            <a:r>
              <a:rPr lang="en-US" b="1" dirty="0"/>
              <a:t>At the end of each lesson in the development stage week 4 &amp; 5, create a new slide to your portfolio with the following</a:t>
            </a:r>
            <a:r>
              <a:rPr lang="en-US" dirty="0"/>
              <a:t>:</a:t>
            </a:r>
          </a:p>
          <a:p>
            <a:endParaRPr lang="en-US" dirty="0"/>
          </a:p>
          <a:p>
            <a:endParaRPr lang="en-US" dirty="0"/>
          </a:p>
          <a:p>
            <a:r>
              <a:rPr lang="en-US" dirty="0"/>
              <a:t>	</a:t>
            </a:r>
          </a:p>
          <a:p>
            <a:endParaRPr lang="en-US" dirty="0"/>
          </a:p>
          <a:p>
            <a:endParaRPr lang="en-AU" dirty="0"/>
          </a:p>
        </p:txBody>
      </p:sp>
      <p:pic>
        <p:nvPicPr>
          <p:cNvPr id="5" name="Picture 4">
            <a:extLst>
              <a:ext uri="{FF2B5EF4-FFF2-40B4-BE49-F238E27FC236}">
                <a16:creationId xmlns:a16="http://schemas.microsoft.com/office/drawing/2014/main" id="{5C48E1C5-6B34-35E6-3D10-ED5E2F38F1AA}"/>
              </a:ext>
            </a:extLst>
          </p:cNvPr>
          <p:cNvPicPr>
            <a:picLocks noChangeAspect="1"/>
          </p:cNvPicPr>
          <p:nvPr/>
        </p:nvPicPr>
        <p:blipFill>
          <a:blip r:embed="rId2"/>
          <a:stretch>
            <a:fillRect/>
          </a:stretch>
        </p:blipFill>
        <p:spPr>
          <a:xfrm>
            <a:off x="1496568" y="2367614"/>
            <a:ext cx="4196661" cy="4181901"/>
          </a:xfrm>
          <a:prstGeom prst="rect">
            <a:avLst/>
          </a:prstGeom>
        </p:spPr>
      </p:pic>
      <p:pic>
        <p:nvPicPr>
          <p:cNvPr id="7" name="Picture 6">
            <a:extLst>
              <a:ext uri="{FF2B5EF4-FFF2-40B4-BE49-F238E27FC236}">
                <a16:creationId xmlns:a16="http://schemas.microsoft.com/office/drawing/2014/main" id="{931F7E6E-257F-81E0-4345-F90E193C3245}"/>
              </a:ext>
            </a:extLst>
          </p:cNvPr>
          <p:cNvPicPr>
            <a:picLocks noChangeAspect="1"/>
          </p:cNvPicPr>
          <p:nvPr/>
        </p:nvPicPr>
        <p:blipFill>
          <a:blip r:embed="rId3"/>
          <a:stretch>
            <a:fillRect/>
          </a:stretch>
        </p:blipFill>
        <p:spPr>
          <a:xfrm>
            <a:off x="5977128" y="2283819"/>
            <a:ext cx="5834743" cy="2335243"/>
          </a:xfrm>
          <a:prstGeom prst="rect">
            <a:avLst/>
          </a:prstGeom>
        </p:spPr>
      </p:pic>
      <p:sp>
        <p:nvSpPr>
          <p:cNvPr id="8" name="TextBox 7">
            <a:extLst>
              <a:ext uri="{FF2B5EF4-FFF2-40B4-BE49-F238E27FC236}">
                <a16:creationId xmlns:a16="http://schemas.microsoft.com/office/drawing/2014/main" id="{E5815ADC-5C38-D229-BA66-6A2B4E78403C}"/>
              </a:ext>
            </a:extLst>
          </p:cNvPr>
          <p:cNvSpPr txBox="1"/>
          <p:nvPr/>
        </p:nvSpPr>
        <p:spPr>
          <a:xfrm>
            <a:off x="5977128" y="4767943"/>
            <a:ext cx="5834743" cy="738664"/>
          </a:xfrm>
          <a:prstGeom prst="rect">
            <a:avLst/>
          </a:prstGeom>
          <a:noFill/>
        </p:spPr>
        <p:txBody>
          <a:bodyPr wrap="square" rtlCol="0">
            <a:spAutoFit/>
          </a:bodyPr>
          <a:lstStyle/>
          <a:p>
            <a:r>
              <a:rPr lang="en-AU" dirty="0"/>
              <a:t>I have created my world; it has numbered housing and a working car.</a:t>
            </a:r>
          </a:p>
          <a:p>
            <a:r>
              <a:rPr lang="en-AU" dirty="0"/>
              <a:t>Still need to make interactive elements, information booklet (in game) and create poster (real life)</a:t>
            </a:r>
          </a:p>
        </p:txBody>
      </p:sp>
    </p:spTree>
    <p:extLst>
      <p:ext uri="{BB962C8B-B14F-4D97-AF65-F5344CB8AC3E}">
        <p14:creationId xmlns:p14="http://schemas.microsoft.com/office/powerpoint/2010/main" val="3648151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8"/>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525" name="Google Shape;525;p18"/>
          <p:cNvSpPr/>
          <p:nvPr/>
        </p:nvSpPr>
        <p:spPr>
          <a:xfrm>
            <a:off x="0" y="0"/>
            <a:ext cx="12229267" cy="6858000"/>
          </a:xfrm>
          <a:prstGeom prst="rect">
            <a:avLst/>
          </a:prstGeom>
          <a:solidFill>
            <a:srgbClr val="006385"/>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6" name="Google Shape;526;p1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27" name="Google Shape;527;p18"/>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Producing &amp; Implementing</a:t>
            </a:r>
            <a:endParaRPr/>
          </a:p>
        </p:txBody>
      </p:sp>
      <p:sp>
        <p:nvSpPr>
          <p:cNvPr id="528" name="Google Shape;528;p18"/>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9" name="Google Shape;529;p18"/>
          <p:cNvSpPr txBox="1"/>
          <p:nvPr/>
        </p:nvSpPr>
        <p:spPr>
          <a:xfrm>
            <a:off x="568272" y="879032"/>
            <a:ext cx="2944677" cy="3686290"/>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Show your final design concepts here</a:t>
            </a:r>
            <a:endParaRPr sz="1333">
              <a:solidFill>
                <a:schemeClr val="dk1"/>
              </a:solidFill>
              <a:latin typeface="Arial"/>
              <a:ea typeface="Arial"/>
              <a:cs typeface="Arial"/>
              <a:sym typeface="Arial"/>
            </a:endParaRPr>
          </a:p>
          <a:p>
            <a:pPr marL="359990" marR="0" lvl="0" indent="-359990"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Computer Aided Design (CAD) software if possible (any software)</a:t>
            </a:r>
            <a:endParaRPr sz="1333">
              <a:solidFill>
                <a:schemeClr val="dk1"/>
              </a:solidFill>
              <a:latin typeface="Arial"/>
              <a:ea typeface="Arial"/>
              <a:cs typeface="Arial"/>
              <a:sym typeface="Arial"/>
            </a:endParaRPr>
          </a:p>
          <a:p>
            <a:pPr marL="0" marR="0" lvl="0" indent="0" algn="ctr" rtl="0">
              <a:lnSpc>
                <a:spcPct val="107000"/>
              </a:lnSpc>
              <a:spcBef>
                <a:spcPts val="800"/>
              </a:spcBef>
              <a:spcAft>
                <a:spcPts val="0"/>
              </a:spcAft>
              <a:buNone/>
            </a:pPr>
            <a:r>
              <a:rPr lang="en-GB" sz="1333" b="1" u="sng">
                <a:solidFill>
                  <a:schemeClr val="hlink"/>
                </a:solidFill>
                <a:latin typeface="Arial"/>
                <a:ea typeface="Arial"/>
                <a:cs typeface="Arial"/>
                <a:sym typeface="Arial"/>
                <a:hlinkClick r:id="rId3"/>
              </a:rPr>
              <a:t>Sketchup Help Videos</a:t>
            </a:r>
            <a:endParaRPr sz="1333" b="1" u="sng">
              <a:solidFill>
                <a:schemeClr val="hlink"/>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Add as much detail as possible</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Annotate to explain your final design</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colour and appropriate material textures to bring your solution to life.</a:t>
            </a:r>
            <a:endParaRPr sz="1333">
              <a:solidFill>
                <a:schemeClr val="dk1"/>
              </a:solidFill>
              <a:latin typeface="Arial"/>
              <a:ea typeface="Arial"/>
              <a:cs typeface="Arial"/>
              <a:sym typeface="Arial"/>
            </a:endParaRPr>
          </a:p>
          <a:p>
            <a:pPr marL="609585"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p:txBody>
      </p:sp>
      <p:sp>
        <p:nvSpPr>
          <p:cNvPr id="530" name="Google Shape;530;p18"/>
          <p:cNvSpPr txBox="1"/>
          <p:nvPr/>
        </p:nvSpPr>
        <p:spPr>
          <a:xfrm>
            <a:off x="5675108" y="273155"/>
            <a:ext cx="43920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dirty="0">
                <a:solidFill>
                  <a:schemeClr val="dk1"/>
                </a:solidFill>
                <a:latin typeface="Arial"/>
                <a:ea typeface="Arial"/>
                <a:cs typeface="Arial"/>
                <a:sym typeface="Arial"/>
              </a:rPr>
              <a:t>Final Design (CAD/ </a:t>
            </a:r>
            <a:r>
              <a:rPr lang="en-GB" sz="1600" b="1">
                <a:solidFill>
                  <a:schemeClr val="dk1"/>
                </a:solidFill>
                <a:latin typeface="Arial"/>
                <a:ea typeface="Arial"/>
                <a:cs typeface="Arial"/>
                <a:sym typeface="Arial"/>
              </a:rPr>
              <a:t>VR world)</a:t>
            </a:r>
            <a:endParaRPr sz="1600" b="1" dirty="0">
              <a:solidFill>
                <a:schemeClr val="dk1"/>
              </a:solidFill>
              <a:latin typeface="Arial"/>
              <a:ea typeface="Arial"/>
              <a:cs typeface="Arial"/>
              <a:sym typeface="Arial"/>
            </a:endParaRPr>
          </a:p>
        </p:txBody>
      </p:sp>
      <p:sp>
        <p:nvSpPr>
          <p:cNvPr id="531" name="Google Shape;531;p18"/>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pic>
        <p:nvPicPr>
          <p:cNvPr id="532" name="Google Shape;532;p18"/>
          <p:cNvPicPr preferRelativeResize="0"/>
          <p:nvPr/>
        </p:nvPicPr>
        <p:blipFill rotWithShape="1">
          <a:blip r:embed="rId4">
            <a:alphaModFix/>
          </a:blip>
          <a:srcRect l="17404" t="10007" r="13112" b="24940"/>
          <a:stretch/>
        </p:blipFill>
        <p:spPr>
          <a:xfrm>
            <a:off x="737126" y="4388335"/>
            <a:ext cx="2560879" cy="1348929"/>
          </a:xfrm>
          <a:prstGeom prst="rect">
            <a:avLst/>
          </a:prstGeom>
          <a:noFill/>
          <a:ln>
            <a:noFill/>
          </a:ln>
        </p:spPr>
      </p:pic>
      <p:grpSp>
        <p:nvGrpSpPr>
          <p:cNvPr id="533" name="Google Shape;533;p18"/>
          <p:cNvGrpSpPr/>
          <p:nvPr/>
        </p:nvGrpSpPr>
        <p:grpSpPr>
          <a:xfrm>
            <a:off x="-83523" y="0"/>
            <a:ext cx="493925" cy="6858300"/>
            <a:chOff x="-83523" y="0"/>
            <a:chExt cx="493925" cy="6858300"/>
          </a:xfrm>
        </p:grpSpPr>
        <p:sp>
          <p:nvSpPr>
            <p:cNvPr id="534" name="Google Shape;534;p1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5" name="Google Shape;535;p1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6" name="Google Shape;536;p1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7" name="Google Shape;537;p1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8" name="Google Shape;538;p1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9" name="Google Shape;539;p1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40" name="Google Shape;540;p1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41" name="Google Shape;541;p1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42" name="Google Shape;542;p1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43" name="Google Shape;543;p1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9"/>
          <p:cNvSpPr/>
          <p:nvPr/>
        </p:nvSpPr>
        <p:spPr>
          <a:xfrm>
            <a:off x="319916" y="0"/>
            <a:ext cx="12040551" cy="68580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9" name="Google Shape;549;p1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50" name="Google Shape;550;p19"/>
          <p:cNvSpPr txBox="1"/>
          <p:nvPr/>
        </p:nvSpPr>
        <p:spPr>
          <a:xfrm>
            <a:off x="178667" y="213885"/>
            <a:ext cx="35936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a:solidFill>
                  <a:schemeClr val="dk1"/>
                </a:solidFill>
                <a:latin typeface="Arial"/>
                <a:ea typeface="Arial"/>
                <a:cs typeface="Arial"/>
                <a:sym typeface="Arial"/>
              </a:rPr>
              <a:t>Planning </a:t>
            </a:r>
            <a:r>
              <a:rPr lang="en-GB" sz="1400" b="1">
                <a:solidFill>
                  <a:schemeClr val="dk1"/>
                </a:solidFill>
                <a:latin typeface="Arial"/>
                <a:ea typeface="Arial"/>
                <a:cs typeface="Arial"/>
                <a:sym typeface="Arial"/>
              </a:rPr>
              <a:t>and</a:t>
            </a:r>
            <a:r>
              <a:rPr lang="en-GB" sz="1600" b="1">
                <a:solidFill>
                  <a:schemeClr val="dk1"/>
                </a:solidFill>
                <a:latin typeface="Arial"/>
                <a:ea typeface="Arial"/>
                <a:cs typeface="Arial"/>
                <a:sym typeface="Arial"/>
              </a:rPr>
              <a:t> Managing</a:t>
            </a:r>
            <a:endParaRPr sz="1600" b="1">
              <a:solidFill>
                <a:schemeClr val="dk1"/>
              </a:solidFill>
              <a:latin typeface="Arial"/>
              <a:ea typeface="Arial"/>
              <a:cs typeface="Arial"/>
              <a:sym typeface="Arial"/>
            </a:endParaRPr>
          </a:p>
        </p:txBody>
      </p:sp>
      <p:sp>
        <p:nvSpPr>
          <p:cNvPr id="551" name="Google Shape;551;p19"/>
          <p:cNvSpPr txBox="1"/>
          <p:nvPr/>
        </p:nvSpPr>
        <p:spPr>
          <a:xfrm>
            <a:off x="656799" y="685902"/>
            <a:ext cx="2884643" cy="2653956"/>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help plan production of your </a:t>
            </a:r>
            <a:r>
              <a:rPr lang="en-GB" sz="1333" b="1">
                <a:solidFill>
                  <a:schemeClr val="dk1"/>
                </a:solidFill>
                <a:latin typeface="Arial"/>
                <a:ea typeface="Arial"/>
                <a:cs typeface="Arial"/>
                <a:sym typeface="Arial"/>
              </a:rPr>
              <a:t>prototype</a:t>
            </a:r>
            <a:r>
              <a:rPr lang="en-GB" sz="1333">
                <a:solidFill>
                  <a:schemeClr val="dk1"/>
                </a:solidFill>
                <a:latin typeface="Arial"/>
                <a:ea typeface="Arial"/>
                <a:cs typeface="Arial"/>
                <a:sym typeface="Arial"/>
              </a:rPr>
              <a:t>, whatever you think will be most effective approach for creating your design concept.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List all materials and equipment you think may be used.</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467">
              <a:solidFill>
                <a:schemeClr val="dk1"/>
              </a:solidFill>
              <a:latin typeface="Arial"/>
              <a:ea typeface="Arial"/>
              <a:cs typeface="Arial"/>
              <a:sym typeface="Arial"/>
            </a:endParaRPr>
          </a:p>
        </p:txBody>
      </p:sp>
      <p:sp>
        <p:nvSpPr>
          <p:cNvPr id="552" name="Google Shape;552;p19"/>
          <p:cNvSpPr/>
          <p:nvPr/>
        </p:nvSpPr>
        <p:spPr>
          <a:xfrm>
            <a:off x="3956794" y="728391"/>
            <a:ext cx="7915289" cy="5743442"/>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3" name="Google Shape;553;p19"/>
          <p:cNvSpPr txBox="1"/>
          <p:nvPr/>
        </p:nvSpPr>
        <p:spPr>
          <a:xfrm>
            <a:off x="4404567" y="190944"/>
            <a:ext cx="7323600" cy="46162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Production Planning</a:t>
            </a:r>
            <a:endParaRPr sz="1400" b="1">
              <a:solidFill>
                <a:schemeClr val="lt1"/>
              </a:solidFill>
              <a:latin typeface="Arial"/>
              <a:ea typeface="Arial"/>
              <a:cs typeface="Arial"/>
              <a:sym typeface="Arial"/>
            </a:endParaRPr>
          </a:p>
        </p:txBody>
      </p:sp>
      <p:graphicFrame>
        <p:nvGraphicFramePr>
          <p:cNvPr id="554" name="Google Shape;554;p19"/>
          <p:cNvGraphicFramePr/>
          <p:nvPr/>
        </p:nvGraphicFramePr>
        <p:xfrm>
          <a:off x="4309353" y="995159"/>
          <a:ext cx="7225850" cy="5170075"/>
        </p:xfrm>
        <a:graphic>
          <a:graphicData uri="http://schemas.openxmlformats.org/drawingml/2006/table">
            <a:tbl>
              <a:tblPr>
                <a:noFill/>
                <a:tableStyleId>{E5B5EC9E-9983-4339-AEF5-35140938B591}</a:tableStyleId>
              </a:tblPr>
              <a:tblGrid>
                <a:gridCol w="1192950">
                  <a:extLst>
                    <a:ext uri="{9D8B030D-6E8A-4147-A177-3AD203B41FA5}">
                      <a16:colId xmlns:a16="http://schemas.microsoft.com/office/drawing/2014/main" val="20000"/>
                    </a:ext>
                  </a:extLst>
                </a:gridCol>
                <a:gridCol w="2979825">
                  <a:extLst>
                    <a:ext uri="{9D8B030D-6E8A-4147-A177-3AD203B41FA5}">
                      <a16:colId xmlns:a16="http://schemas.microsoft.com/office/drawing/2014/main" val="20001"/>
                    </a:ext>
                  </a:extLst>
                </a:gridCol>
                <a:gridCol w="3053075">
                  <a:extLst>
                    <a:ext uri="{9D8B030D-6E8A-4147-A177-3AD203B41FA5}">
                      <a16:colId xmlns:a16="http://schemas.microsoft.com/office/drawing/2014/main" val="20002"/>
                    </a:ext>
                  </a:extLst>
                </a:gridCol>
              </a:tblGrid>
              <a:tr h="463475">
                <a:tc>
                  <a:txBody>
                    <a:bodyPr/>
                    <a:lstStyle/>
                    <a:p>
                      <a:pPr marL="0" marR="0" lvl="0" indent="0" algn="ctr" rtl="0">
                        <a:spcBef>
                          <a:spcPts val="0"/>
                        </a:spcBef>
                        <a:spcAft>
                          <a:spcPts val="0"/>
                        </a:spcAft>
                        <a:buClr>
                          <a:schemeClr val="dk1"/>
                        </a:buClr>
                        <a:buSzPts val="900"/>
                        <a:buFont typeface="Arial"/>
                        <a:buNone/>
                      </a:pPr>
                      <a:r>
                        <a:rPr lang="en-GB" sz="1000" u="none" strike="noStrike" cap="none"/>
                        <a:t>Production Step</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Proposed Process</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Materials And Equipment Required</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555" name="Google Shape;555;p19" descr="Architectural model maker | Universidad Europea Blog"/>
          <p:cNvPicPr preferRelativeResize="0"/>
          <p:nvPr/>
        </p:nvPicPr>
        <p:blipFill rotWithShape="1">
          <a:blip r:embed="rId3">
            <a:alphaModFix/>
          </a:blip>
          <a:srcRect l="17435" t="26124" r="11610"/>
          <a:stretch/>
        </p:blipFill>
        <p:spPr>
          <a:xfrm>
            <a:off x="666765" y="4338918"/>
            <a:ext cx="2648122" cy="1550894"/>
          </a:xfrm>
          <a:prstGeom prst="rect">
            <a:avLst/>
          </a:prstGeom>
          <a:noFill/>
          <a:ln>
            <a:noFill/>
          </a:ln>
        </p:spPr>
      </p:pic>
      <p:grpSp>
        <p:nvGrpSpPr>
          <p:cNvPr id="556" name="Google Shape;556;p19"/>
          <p:cNvGrpSpPr/>
          <p:nvPr/>
        </p:nvGrpSpPr>
        <p:grpSpPr>
          <a:xfrm>
            <a:off x="-83523" y="0"/>
            <a:ext cx="493925" cy="6858300"/>
            <a:chOff x="-83523" y="0"/>
            <a:chExt cx="493925" cy="6858300"/>
          </a:xfrm>
        </p:grpSpPr>
        <p:sp>
          <p:nvSpPr>
            <p:cNvPr id="557" name="Google Shape;557;p1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8" name="Google Shape;558;p1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9" name="Google Shape;559;p1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0" name="Google Shape;560;p1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1" name="Google Shape;561;p1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2" name="Google Shape;562;p1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63" name="Google Shape;563;p1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64" name="Google Shape;564;p1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65" name="Google Shape;565;p1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66" name="Google Shape;566;p1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567" name="Google Shape;567;p19"/>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0"/>
          <p:cNvSpPr/>
          <p:nvPr/>
        </p:nvSpPr>
        <p:spPr>
          <a:xfrm>
            <a:off x="326880" y="0"/>
            <a:ext cx="11864955" cy="6858000"/>
          </a:xfrm>
          <a:prstGeom prst="rect">
            <a:avLst/>
          </a:prstGeom>
          <a:solidFill>
            <a:srgbClr val="DEC400"/>
          </a:solidFill>
          <a:ln w="9525" cap="flat" cmpd="sng">
            <a:solidFill>
              <a:srgbClr val="FFC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3" name="Google Shape;573;p2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4" name="Google Shape;574;p2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575" name="Google Shape;575;p20"/>
          <p:cNvSpPr txBox="1"/>
          <p:nvPr/>
        </p:nvSpPr>
        <p:spPr>
          <a:xfrm>
            <a:off x="246400" y="266767"/>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Evaluating</a:t>
            </a:r>
            <a:endParaRPr sz="1333" b="1">
              <a:solidFill>
                <a:schemeClr val="dk1"/>
              </a:solidFill>
              <a:latin typeface="Arial"/>
              <a:ea typeface="Arial"/>
              <a:cs typeface="Arial"/>
              <a:sym typeface="Arial"/>
            </a:endParaRPr>
          </a:p>
        </p:txBody>
      </p:sp>
      <p:graphicFrame>
        <p:nvGraphicFramePr>
          <p:cNvPr id="576" name="Google Shape;576;p20"/>
          <p:cNvGraphicFramePr/>
          <p:nvPr/>
        </p:nvGraphicFramePr>
        <p:xfrm>
          <a:off x="4166723" y="730335"/>
          <a:ext cx="7457025" cy="5417205"/>
        </p:xfrm>
        <a:graphic>
          <a:graphicData uri="http://schemas.openxmlformats.org/drawingml/2006/table">
            <a:tbl>
              <a:tblPr>
                <a:noFill/>
                <a:tableStyleId>{E5B5EC9E-9983-4339-AEF5-35140938B591}</a:tableStyleId>
              </a:tblPr>
              <a:tblGrid>
                <a:gridCol w="2485675">
                  <a:extLst>
                    <a:ext uri="{9D8B030D-6E8A-4147-A177-3AD203B41FA5}">
                      <a16:colId xmlns:a16="http://schemas.microsoft.com/office/drawing/2014/main" val="20000"/>
                    </a:ext>
                  </a:extLst>
                </a:gridCol>
                <a:gridCol w="2485675">
                  <a:extLst>
                    <a:ext uri="{9D8B030D-6E8A-4147-A177-3AD203B41FA5}">
                      <a16:colId xmlns:a16="http://schemas.microsoft.com/office/drawing/2014/main" val="20001"/>
                    </a:ext>
                  </a:extLst>
                </a:gridCol>
                <a:gridCol w="2485675">
                  <a:extLst>
                    <a:ext uri="{9D8B030D-6E8A-4147-A177-3AD203B41FA5}">
                      <a16:colId xmlns:a16="http://schemas.microsoft.com/office/drawing/2014/main" val="20002"/>
                    </a:ext>
                  </a:extLst>
                </a:gridCol>
              </a:tblGrid>
              <a:tr h="487325">
                <a:tc>
                  <a:txBody>
                    <a:bodyPr/>
                    <a:lstStyle/>
                    <a:p>
                      <a:pPr marL="0" marR="0" lvl="0" indent="0" algn="ctr" rtl="0">
                        <a:spcBef>
                          <a:spcPts val="0"/>
                        </a:spcBef>
                        <a:spcAft>
                          <a:spcPts val="0"/>
                        </a:spcAft>
                        <a:buClr>
                          <a:schemeClr val="dk1"/>
                        </a:buClr>
                        <a:buSzPts val="1300"/>
                        <a:buFont typeface="Arial"/>
                        <a:buNone/>
                      </a:pPr>
                      <a:r>
                        <a:rPr lang="en-GB" sz="1100" u="none" strike="noStrike" cap="none"/>
                        <a:t>Your Evaluation Criteria</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Potential of </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Your Design </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Possible</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Improvements</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77" name="Google Shape;577;p20"/>
          <p:cNvSpPr txBox="1"/>
          <p:nvPr/>
        </p:nvSpPr>
        <p:spPr>
          <a:xfrm>
            <a:off x="744830" y="718132"/>
            <a:ext cx="2631508" cy="3099462"/>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Use this page to evaluate the potential of your design against the criteria you specified earlier.</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Where possible identify further improvements that could be made.</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should be the positive impacts of your design?</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could be the potential negative impacts of your design?</a:t>
            </a:r>
            <a:endParaRPr sz="1333">
              <a:solidFill>
                <a:schemeClr val="dk1"/>
              </a:solidFill>
              <a:latin typeface="Arial"/>
              <a:ea typeface="Arial"/>
              <a:cs typeface="Arial"/>
              <a:sym typeface="Arial"/>
            </a:endParaRPr>
          </a:p>
        </p:txBody>
      </p:sp>
      <p:sp>
        <p:nvSpPr>
          <p:cNvPr id="578" name="Google Shape;578;p20"/>
          <p:cNvSpPr txBox="1"/>
          <p:nvPr/>
        </p:nvSpPr>
        <p:spPr>
          <a:xfrm>
            <a:off x="4404900" y="266767"/>
            <a:ext cx="732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Design Reflection</a:t>
            </a:r>
            <a:endParaRPr sz="1333" b="1">
              <a:solidFill>
                <a:schemeClr val="dk1"/>
              </a:solidFill>
              <a:latin typeface="Arial"/>
              <a:ea typeface="Arial"/>
              <a:cs typeface="Arial"/>
              <a:sym typeface="Arial"/>
            </a:endParaRPr>
          </a:p>
        </p:txBody>
      </p:sp>
      <p:grpSp>
        <p:nvGrpSpPr>
          <p:cNvPr id="579" name="Google Shape;579;p20"/>
          <p:cNvGrpSpPr/>
          <p:nvPr/>
        </p:nvGrpSpPr>
        <p:grpSpPr>
          <a:xfrm>
            <a:off x="-73795" y="0"/>
            <a:ext cx="493925" cy="6858300"/>
            <a:chOff x="-83523" y="0"/>
            <a:chExt cx="493925" cy="6858300"/>
          </a:xfrm>
        </p:grpSpPr>
        <p:sp>
          <p:nvSpPr>
            <p:cNvPr id="580" name="Google Shape;580;p2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1" name="Google Shape;581;p2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2" name="Google Shape;582;p2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3" name="Google Shape;583;p2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4" name="Google Shape;584;p2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5" name="Google Shape;585;p2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86" name="Google Shape;586;p2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87" name="Google Shape;587;p2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88" name="Google Shape;588;p2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89" name="Google Shape;589;p2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5" name="Google Shape;595;p21"/>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596" name="Google Shape;596;p21"/>
          <p:cNvGraphicFramePr/>
          <p:nvPr/>
        </p:nvGraphicFramePr>
        <p:xfrm>
          <a:off x="659422" y="507019"/>
          <a:ext cx="11289325" cy="5972825"/>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411725">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668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bl>
          </a:graphicData>
        </a:graphic>
      </p:graphicFrame>
      <p:grpSp>
        <p:nvGrpSpPr>
          <p:cNvPr id="597" name="Google Shape;597;p21"/>
          <p:cNvGrpSpPr/>
          <p:nvPr/>
        </p:nvGrpSpPr>
        <p:grpSpPr>
          <a:xfrm>
            <a:off x="-83523" y="0"/>
            <a:ext cx="493925" cy="6858300"/>
            <a:chOff x="-83523" y="0"/>
            <a:chExt cx="493925" cy="6858300"/>
          </a:xfrm>
        </p:grpSpPr>
        <p:sp>
          <p:nvSpPr>
            <p:cNvPr id="598" name="Google Shape;598;p2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9" name="Google Shape;599;p2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0" name="Google Shape;600;p2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1" name="Google Shape;601;p2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2" name="Google Shape;602;p2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3" name="Google Shape;603;p2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604" name="Google Shape;604;p2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605" name="Google Shape;605;p2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606" name="Google Shape;606;p2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607" name="Google Shape;607;p2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c8b580a-6772-42a3-9bc1-797982c905ae">
      <Terms xmlns="http://schemas.microsoft.com/office/infopath/2007/PartnerControls"/>
    </lcf76f155ced4ddcb4097134ff3c332f>
    <TaxCatchAll xmlns="58d6d869-6257-41d6-b137-cda9c5fef6d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550DE76F826C459748A46297894ABD" ma:contentTypeVersion="15" ma:contentTypeDescription="Create a new document." ma:contentTypeScope="" ma:versionID="a1baa7808c4b09f321cf35b25fb980a5">
  <xsd:schema xmlns:xsd="http://www.w3.org/2001/XMLSchema" xmlns:xs="http://www.w3.org/2001/XMLSchema" xmlns:p="http://schemas.microsoft.com/office/2006/metadata/properties" xmlns:ns2="5c8b580a-6772-42a3-9bc1-797982c905ae" xmlns:ns3="58d6d869-6257-41d6-b137-cda9c5fef6d1" targetNamespace="http://schemas.microsoft.com/office/2006/metadata/properties" ma:root="true" ma:fieldsID="363e08098a12ea6b54ffce092cb739ec" ns2:_="" ns3:_="">
    <xsd:import namespace="5c8b580a-6772-42a3-9bc1-797982c905ae"/>
    <xsd:import namespace="58d6d869-6257-41d6-b137-cda9c5fef6d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b580a-6772-42a3-9bc1-797982c905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ea08613-9ebd-4711-a790-4118c8b039c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d6d869-6257-41d6-b137-cda9c5fef6d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caf8eb-6d32-4aab-aceb-ffdfdb118ddd}" ma:internalName="TaxCatchAll" ma:showField="CatchAllData" ma:web="58d6d869-6257-41d6-b137-cda9c5fef6d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BF776D-4D9E-439F-BA88-8E5E2EE97782}">
  <ds:schemaRefs>
    <ds:schemaRef ds:uri="http://schemas.microsoft.com/office/2006/metadata/properties"/>
    <ds:schemaRef ds:uri="http://schemas.microsoft.com/office/infopath/2007/PartnerControls"/>
    <ds:schemaRef ds:uri="5c8b580a-6772-42a3-9bc1-797982c905ae"/>
    <ds:schemaRef ds:uri="58d6d869-6257-41d6-b137-cda9c5fef6d1"/>
  </ds:schemaRefs>
</ds:datastoreItem>
</file>

<file path=customXml/itemProps2.xml><?xml version="1.0" encoding="utf-8"?>
<ds:datastoreItem xmlns:ds="http://schemas.openxmlformats.org/officeDocument/2006/customXml" ds:itemID="{09FFBFFE-5337-4D2D-8BC5-D2885F7AB7B7}">
  <ds:schemaRefs>
    <ds:schemaRef ds:uri="http://schemas.microsoft.com/sharepoint/v3/contenttype/forms"/>
  </ds:schemaRefs>
</ds:datastoreItem>
</file>

<file path=customXml/itemProps3.xml><?xml version="1.0" encoding="utf-8"?>
<ds:datastoreItem xmlns:ds="http://schemas.openxmlformats.org/officeDocument/2006/customXml" ds:itemID="{33ABE336-4643-4601-ADE6-064C6E1119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8b580a-6772-42a3-9bc1-797982c905ae"/>
    <ds:schemaRef ds:uri="58d6d869-6257-41d6-b137-cda9c5fef6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TotalTime>
  <Words>3980</Words>
  <Application>Microsoft Office PowerPoint</Application>
  <PresentationFormat>Widescreen</PresentationFormat>
  <Paragraphs>710</Paragraphs>
  <Slides>24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Wingdings</vt:lpstr>
      <vt:lpstr>Play</vt:lpstr>
      <vt:lpstr>Roboto</vt:lpstr>
      <vt:lpstr>Office Theme</vt:lpstr>
      <vt:lpstr>STEM Portfolio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My Design</vt:lpstr>
      <vt:lpstr>Checkpoint: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Peter Murphy</dc:creator>
  <cp:lastModifiedBy>Noah Brown</cp:lastModifiedBy>
  <cp:revision>1</cp:revision>
  <dcterms:created xsi:type="dcterms:W3CDTF">2025-01-03T07:18:12Z</dcterms:created>
  <dcterms:modified xsi:type="dcterms:W3CDTF">2026-10-28T01:26:03Z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0x01010053550DE76F826C459748A46297894ABD</vt:lpwstr>
  </property>
</Properties>
</file>