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7"/>
  </p:notesMasterIdLst>
  <p:sldIdLst>
    <p:sldId id="277" r:id="rId5"/>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embeddedFontLst>
    <p:embeddedFont>
      <p:font typeface="Play" panose="020B0604020202020204" charset="0"/>
      <p:regular r:id="rId28"/>
      <p:bold r:id="rId29"/>
    </p:embeddedFont>
    <p:embeddedFont>
      <p:font typeface="Roboto" panose="02000000000000000000" pitchFamily="2"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MkXBsORbShs7JZN5QdmU7jH+nW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2D1A98-E1D3-44A2-9F52-8D9D4D2D02E3}" v="25" dt="2026-02-11T01:25:20.145"/>
  </p1510:revLst>
</p1510:revInfo>
</file>

<file path=ppt/tableStyles.xml><?xml version="1.0" encoding="utf-8"?>
<a:tblStyleLst xmlns:a="http://schemas.openxmlformats.org/drawingml/2006/main" def="{E5B5EC9E-9983-4339-AEF5-35140938B591}">
  <a:tblStyle styleId="{E5B5EC9E-9983-4339-AEF5-35140938B591}"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FB279D3-E1D9-4619-B171-F6227F3B06D3}"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607" autoAdjust="0"/>
  </p:normalViewPr>
  <p:slideViewPr>
    <p:cSldViewPr snapToGrid="0">
      <p:cViewPr>
        <p:scale>
          <a:sx n="65" d="100"/>
          <a:sy n="65" d="100"/>
        </p:scale>
        <p:origin x="700"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6.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5.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font" Target="fonts/font1.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vi Nelson" userId="565f9fb3-2333-4b2e-b8d2-cf406cdee411" providerId="ADAL" clId="{6867F811-2B96-4E7B-AAE7-570C995D8CFA}"/>
    <pc:docChg chg="undo custSel modSld">
      <pc:chgData name="Levi Nelson" userId="565f9fb3-2333-4b2e-b8d2-cf406cdee411" providerId="ADAL" clId="{6867F811-2B96-4E7B-AAE7-570C995D8CFA}" dt="2026-02-11T01:30:08.394" v="1234" actId="20577"/>
      <pc:docMkLst>
        <pc:docMk/>
      </pc:docMkLst>
      <pc:sldChg chg="addSp modSp mod">
        <pc:chgData name="Levi Nelson" userId="565f9fb3-2333-4b2e-b8d2-cf406cdee411" providerId="ADAL" clId="{6867F811-2B96-4E7B-AAE7-570C995D8CFA}" dt="2026-02-11T01:18:08.211" v="1089" actId="1076"/>
        <pc:sldMkLst>
          <pc:docMk/>
          <pc:sldMk cId="0" sldId="261"/>
        </pc:sldMkLst>
        <pc:spChg chg="mod">
          <ac:chgData name="Levi Nelson" userId="565f9fb3-2333-4b2e-b8d2-cf406cdee411" providerId="ADAL" clId="{6867F811-2B96-4E7B-AAE7-570C995D8CFA}" dt="2026-02-06T01:03:30.987" v="15" actId="1076"/>
          <ac:spMkLst>
            <pc:docMk/>
            <pc:sldMk cId="0" sldId="261"/>
            <ac:spMk id="210" creationId="{00000000-0000-0000-0000-000000000000}"/>
          </ac:spMkLst>
        </pc:spChg>
        <pc:spChg chg="mod">
          <ac:chgData name="Levi Nelson" userId="565f9fb3-2333-4b2e-b8d2-cf406cdee411" providerId="ADAL" clId="{6867F811-2B96-4E7B-AAE7-570C995D8CFA}" dt="2026-02-06T01:03:34.610" v="21" actId="20577"/>
          <ac:spMkLst>
            <pc:docMk/>
            <pc:sldMk cId="0" sldId="261"/>
            <ac:spMk id="212" creationId="{00000000-0000-0000-0000-000000000000}"/>
          </ac:spMkLst>
        </pc:spChg>
        <pc:spChg chg="mod">
          <ac:chgData name="Levi Nelson" userId="565f9fb3-2333-4b2e-b8d2-cf406cdee411" providerId="ADAL" clId="{6867F811-2B96-4E7B-AAE7-570C995D8CFA}" dt="2026-02-06T01:06:26.067" v="101" actId="313"/>
          <ac:spMkLst>
            <pc:docMk/>
            <pc:sldMk cId="0" sldId="261"/>
            <ac:spMk id="213" creationId="{00000000-0000-0000-0000-000000000000}"/>
          </ac:spMkLst>
        </pc:spChg>
        <pc:spChg chg="mod">
          <ac:chgData name="Levi Nelson" userId="565f9fb3-2333-4b2e-b8d2-cf406cdee411" providerId="ADAL" clId="{6867F811-2B96-4E7B-AAE7-570C995D8CFA}" dt="2026-02-06T01:04:40.960" v="69" actId="20577"/>
          <ac:spMkLst>
            <pc:docMk/>
            <pc:sldMk cId="0" sldId="261"/>
            <ac:spMk id="214" creationId="{00000000-0000-0000-0000-000000000000}"/>
          </ac:spMkLst>
        </pc:spChg>
        <pc:spChg chg="mod">
          <ac:chgData name="Levi Nelson" userId="565f9fb3-2333-4b2e-b8d2-cf406cdee411" providerId="ADAL" clId="{6867F811-2B96-4E7B-AAE7-570C995D8CFA}" dt="2026-02-06T01:04:20.586" v="57" actId="20577"/>
          <ac:spMkLst>
            <pc:docMk/>
            <pc:sldMk cId="0" sldId="261"/>
            <ac:spMk id="215" creationId="{00000000-0000-0000-0000-000000000000}"/>
          </ac:spMkLst>
        </pc:spChg>
        <pc:spChg chg="mod">
          <ac:chgData name="Levi Nelson" userId="565f9fb3-2333-4b2e-b8d2-cf406cdee411" providerId="ADAL" clId="{6867F811-2B96-4E7B-AAE7-570C995D8CFA}" dt="2026-02-06T01:04:11.292" v="49" actId="14100"/>
          <ac:spMkLst>
            <pc:docMk/>
            <pc:sldMk cId="0" sldId="261"/>
            <ac:spMk id="216" creationId="{00000000-0000-0000-0000-000000000000}"/>
          </ac:spMkLst>
        </pc:spChg>
        <pc:spChg chg="mod">
          <ac:chgData name="Levi Nelson" userId="565f9fb3-2333-4b2e-b8d2-cf406cdee411" providerId="ADAL" clId="{6867F811-2B96-4E7B-AAE7-570C995D8CFA}" dt="2026-02-06T01:03:38.299" v="25" actId="20577"/>
          <ac:spMkLst>
            <pc:docMk/>
            <pc:sldMk cId="0" sldId="261"/>
            <ac:spMk id="217" creationId="{00000000-0000-0000-0000-000000000000}"/>
          </ac:spMkLst>
        </pc:spChg>
        <pc:spChg chg="mod">
          <ac:chgData name="Levi Nelson" userId="565f9fb3-2333-4b2e-b8d2-cf406cdee411" providerId="ADAL" clId="{6867F811-2B96-4E7B-AAE7-570C995D8CFA}" dt="2026-02-06T01:04:14.570" v="52" actId="20577"/>
          <ac:spMkLst>
            <pc:docMk/>
            <pc:sldMk cId="0" sldId="261"/>
            <ac:spMk id="218" creationId="{00000000-0000-0000-0000-000000000000}"/>
          </ac:spMkLst>
        </pc:spChg>
        <pc:spChg chg="mod">
          <ac:chgData name="Levi Nelson" userId="565f9fb3-2333-4b2e-b8d2-cf406cdee411" providerId="ADAL" clId="{6867F811-2B96-4E7B-AAE7-570C995D8CFA}" dt="2026-02-06T01:06:12.383" v="99" actId="1076"/>
          <ac:spMkLst>
            <pc:docMk/>
            <pc:sldMk cId="0" sldId="261"/>
            <ac:spMk id="219" creationId="{00000000-0000-0000-0000-000000000000}"/>
          </ac:spMkLst>
        </pc:spChg>
        <pc:picChg chg="add mod">
          <ac:chgData name="Levi Nelson" userId="565f9fb3-2333-4b2e-b8d2-cf406cdee411" providerId="ADAL" clId="{6867F811-2B96-4E7B-AAE7-570C995D8CFA}" dt="2026-02-11T01:18:08.211" v="1089" actId="1076"/>
          <ac:picMkLst>
            <pc:docMk/>
            <pc:sldMk cId="0" sldId="261"/>
            <ac:picMk id="1026" creationId="{54735CF4-01FF-7DB7-54AA-082DE2F225E4}"/>
          </ac:picMkLst>
        </pc:picChg>
      </pc:sldChg>
      <pc:sldChg chg="modSp mod">
        <pc:chgData name="Levi Nelson" userId="565f9fb3-2333-4b2e-b8d2-cf406cdee411" providerId="ADAL" clId="{6867F811-2B96-4E7B-AAE7-570C995D8CFA}" dt="2026-02-06T01:21:47.788" v="463" actId="20577"/>
        <pc:sldMkLst>
          <pc:docMk/>
          <pc:sldMk cId="0" sldId="262"/>
        </pc:sldMkLst>
        <pc:graphicFrameChg chg="modGraphic">
          <ac:chgData name="Levi Nelson" userId="565f9fb3-2333-4b2e-b8d2-cf406cdee411" providerId="ADAL" clId="{6867F811-2B96-4E7B-AAE7-570C995D8CFA}" dt="2026-02-06T01:21:47.788" v="463" actId="20577"/>
          <ac:graphicFrameMkLst>
            <pc:docMk/>
            <pc:sldMk cId="0" sldId="262"/>
            <ac:graphicFrameMk id="240" creationId="{00000000-0000-0000-0000-000000000000}"/>
          </ac:graphicFrameMkLst>
        </pc:graphicFrameChg>
      </pc:sldChg>
      <pc:sldChg chg="modSp mod">
        <pc:chgData name="Levi Nelson" userId="565f9fb3-2333-4b2e-b8d2-cf406cdee411" providerId="ADAL" clId="{6867F811-2B96-4E7B-AAE7-570C995D8CFA}" dt="2026-02-06T01:33:58.522" v="688" actId="20577"/>
        <pc:sldMkLst>
          <pc:docMk/>
          <pc:sldMk cId="0" sldId="263"/>
        </pc:sldMkLst>
        <pc:spChg chg="mod">
          <ac:chgData name="Levi Nelson" userId="565f9fb3-2333-4b2e-b8d2-cf406cdee411" providerId="ADAL" clId="{6867F811-2B96-4E7B-AAE7-570C995D8CFA}" dt="2026-02-06T01:31:13.222" v="626" actId="688"/>
          <ac:spMkLst>
            <pc:docMk/>
            <pc:sldMk cId="0" sldId="263"/>
            <ac:spMk id="268" creationId="{00000000-0000-0000-0000-000000000000}"/>
          </ac:spMkLst>
        </pc:spChg>
        <pc:spChg chg="mod">
          <ac:chgData name="Levi Nelson" userId="565f9fb3-2333-4b2e-b8d2-cf406cdee411" providerId="ADAL" clId="{6867F811-2B96-4E7B-AAE7-570C995D8CFA}" dt="2026-02-06T01:30:08.628" v="609" actId="20577"/>
          <ac:spMkLst>
            <pc:docMk/>
            <pc:sldMk cId="0" sldId="263"/>
            <ac:spMk id="272" creationId="{00000000-0000-0000-0000-000000000000}"/>
          </ac:spMkLst>
        </pc:spChg>
        <pc:spChg chg="mod">
          <ac:chgData name="Levi Nelson" userId="565f9fb3-2333-4b2e-b8d2-cf406cdee411" providerId="ADAL" clId="{6867F811-2B96-4E7B-AAE7-570C995D8CFA}" dt="2026-02-06T01:29:57.309" v="593" actId="20577"/>
          <ac:spMkLst>
            <pc:docMk/>
            <pc:sldMk cId="0" sldId="263"/>
            <ac:spMk id="273" creationId="{00000000-0000-0000-0000-000000000000}"/>
          </ac:spMkLst>
        </pc:spChg>
        <pc:spChg chg="mod">
          <ac:chgData name="Levi Nelson" userId="565f9fb3-2333-4b2e-b8d2-cf406cdee411" providerId="ADAL" clId="{6867F811-2B96-4E7B-AAE7-570C995D8CFA}" dt="2026-02-06T01:29:07.436" v="566" actId="20577"/>
          <ac:spMkLst>
            <pc:docMk/>
            <pc:sldMk cId="0" sldId="263"/>
            <ac:spMk id="275" creationId="{00000000-0000-0000-0000-000000000000}"/>
          </ac:spMkLst>
        </pc:spChg>
        <pc:spChg chg="mod">
          <ac:chgData name="Levi Nelson" userId="565f9fb3-2333-4b2e-b8d2-cf406cdee411" providerId="ADAL" clId="{6867F811-2B96-4E7B-AAE7-570C995D8CFA}" dt="2026-02-06T01:24:37.368" v="492" actId="313"/>
          <ac:spMkLst>
            <pc:docMk/>
            <pc:sldMk cId="0" sldId="263"/>
            <ac:spMk id="276" creationId="{00000000-0000-0000-0000-000000000000}"/>
          </ac:spMkLst>
        </pc:spChg>
        <pc:spChg chg="mod">
          <ac:chgData name="Levi Nelson" userId="565f9fb3-2333-4b2e-b8d2-cf406cdee411" providerId="ADAL" clId="{6867F811-2B96-4E7B-AAE7-570C995D8CFA}" dt="2026-02-06T01:27:55.494" v="514" actId="313"/>
          <ac:spMkLst>
            <pc:docMk/>
            <pc:sldMk cId="0" sldId="263"/>
            <ac:spMk id="277" creationId="{00000000-0000-0000-0000-000000000000}"/>
          </ac:spMkLst>
        </pc:spChg>
        <pc:spChg chg="mod">
          <ac:chgData name="Levi Nelson" userId="565f9fb3-2333-4b2e-b8d2-cf406cdee411" providerId="ADAL" clId="{6867F811-2B96-4E7B-AAE7-570C995D8CFA}" dt="2026-02-06T01:28:32.262" v="536" actId="20577"/>
          <ac:spMkLst>
            <pc:docMk/>
            <pc:sldMk cId="0" sldId="263"/>
            <ac:spMk id="278" creationId="{00000000-0000-0000-0000-000000000000}"/>
          </ac:spMkLst>
        </pc:spChg>
        <pc:spChg chg="mod">
          <ac:chgData name="Levi Nelson" userId="565f9fb3-2333-4b2e-b8d2-cf406cdee411" providerId="ADAL" clId="{6867F811-2B96-4E7B-AAE7-570C995D8CFA}" dt="2026-02-06T01:33:37.556" v="658" actId="20577"/>
          <ac:spMkLst>
            <pc:docMk/>
            <pc:sldMk cId="0" sldId="263"/>
            <ac:spMk id="284" creationId="{00000000-0000-0000-0000-000000000000}"/>
          </ac:spMkLst>
        </pc:spChg>
        <pc:spChg chg="mod">
          <ac:chgData name="Levi Nelson" userId="565f9fb3-2333-4b2e-b8d2-cf406cdee411" providerId="ADAL" clId="{6867F811-2B96-4E7B-AAE7-570C995D8CFA}" dt="2026-02-06T01:33:48.609" v="679" actId="20577"/>
          <ac:spMkLst>
            <pc:docMk/>
            <pc:sldMk cId="0" sldId="263"/>
            <ac:spMk id="288" creationId="{00000000-0000-0000-0000-000000000000}"/>
          </ac:spMkLst>
        </pc:spChg>
        <pc:spChg chg="mod">
          <ac:chgData name="Levi Nelson" userId="565f9fb3-2333-4b2e-b8d2-cf406cdee411" providerId="ADAL" clId="{6867F811-2B96-4E7B-AAE7-570C995D8CFA}" dt="2026-02-06T01:33:58.522" v="688" actId="20577"/>
          <ac:spMkLst>
            <pc:docMk/>
            <pc:sldMk cId="0" sldId="263"/>
            <ac:spMk id="289" creationId="{00000000-0000-0000-0000-000000000000}"/>
          </ac:spMkLst>
        </pc:spChg>
        <pc:spChg chg="mod">
          <ac:chgData name="Levi Nelson" userId="565f9fb3-2333-4b2e-b8d2-cf406cdee411" providerId="ADAL" clId="{6867F811-2B96-4E7B-AAE7-570C995D8CFA}" dt="2026-02-06T01:23:12.135" v="478" actId="20577"/>
          <ac:spMkLst>
            <pc:docMk/>
            <pc:sldMk cId="0" sldId="263"/>
            <ac:spMk id="290" creationId="{00000000-0000-0000-0000-000000000000}"/>
          </ac:spMkLst>
        </pc:spChg>
        <pc:spChg chg="mod">
          <ac:chgData name="Levi Nelson" userId="565f9fb3-2333-4b2e-b8d2-cf406cdee411" providerId="ADAL" clId="{6867F811-2B96-4E7B-AAE7-570C995D8CFA}" dt="2026-02-06T01:33:32.393" v="647" actId="20577"/>
          <ac:spMkLst>
            <pc:docMk/>
            <pc:sldMk cId="0" sldId="263"/>
            <ac:spMk id="291" creationId="{00000000-0000-0000-0000-000000000000}"/>
          </ac:spMkLst>
        </pc:spChg>
        <pc:cxnChg chg="mod">
          <ac:chgData name="Levi Nelson" userId="565f9fb3-2333-4b2e-b8d2-cf406cdee411" providerId="ADAL" clId="{6867F811-2B96-4E7B-AAE7-570C995D8CFA}" dt="2026-02-06T01:31:13.222" v="626" actId="688"/>
          <ac:cxnSpMkLst>
            <pc:docMk/>
            <pc:sldMk cId="0" sldId="263"/>
            <ac:cxnSpMk id="269" creationId="{00000000-0000-0000-0000-000000000000}"/>
          </ac:cxnSpMkLst>
        </pc:cxnChg>
        <pc:cxnChg chg="mod">
          <ac:chgData name="Levi Nelson" userId="565f9fb3-2333-4b2e-b8d2-cf406cdee411" providerId="ADAL" clId="{6867F811-2B96-4E7B-AAE7-570C995D8CFA}" dt="2026-02-06T01:30:03.889" v="594" actId="688"/>
          <ac:cxnSpMkLst>
            <pc:docMk/>
            <pc:sldMk cId="0" sldId="263"/>
            <ac:cxnSpMk id="271" creationId="{00000000-0000-0000-0000-000000000000}"/>
          </ac:cxnSpMkLst>
        </pc:cxnChg>
      </pc:sldChg>
      <pc:sldChg chg="addSp delSp modSp mod">
        <pc:chgData name="Levi Nelson" userId="565f9fb3-2333-4b2e-b8d2-cf406cdee411" providerId="ADAL" clId="{6867F811-2B96-4E7B-AAE7-570C995D8CFA}" dt="2026-02-06T05:17:42.830" v="891" actId="1076"/>
        <pc:sldMkLst>
          <pc:docMk/>
          <pc:sldMk cId="0" sldId="264"/>
        </pc:sldMkLst>
        <pc:spChg chg="add mod">
          <ac:chgData name="Levi Nelson" userId="565f9fb3-2333-4b2e-b8d2-cf406cdee411" providerId="ADAL" clId="{6867F811-2B96-4E7B-AAE7-570C995D8CFA}" dt="2026-02-06T01:38:42.422" v="863" actId="20577"/>
          <ac:spMkLst>
            <pc:docMk/>
            <pc:sldMk cId="0" sldId="264"/>
            <ac:spMk id="2" creationId="{FDCADAD8-54C6-C859-1040-1BF5634052BC}"/>
          </ac:spMkLst>
        </pc:spChg>
        <pc:spChg chg="add mod">
          <ac:chgData name="Levi Nelson" userId="565f9fb3-2333-4b2e-b8d2-cf406cdee411" providerId="ADAL" clId="{6867F811-2B96-4E7B-AAE7-570C995D8CFA}" dt="2026-02-06T05:16:03.565" v="880" actId="1076"/>
          <ac:spMkLst>
            <pc:docMk/>
            <pc:sldMk cId="0" sldId="264"/>
            <ac:spMk id="6" creationId="{C61FFFEF-EDD7-F188-F1DE-CDD5FA731805}"/>
          </ac:spMkLst>
        </pc:spChg>
        <pc:spChg chg="add mod">
          <ac:chgData name="Levi Nelson" userId="565f9fb3-2333-4b2e-b8d2-cf406cdee411" providerId="ADAL" clId="{6867F811-2B96-4E7B-AAE7-570C995D8CFA}" dt="2026-02-06T05:17:42.830" v="891" actId="1076"/>
          <ac:spMkLst>
            <pc:docMk/>
            <pc:sldMk cId="0" sldId="264"/>
            <ac:spMk id="8" creationId="{02FF2CBB-585D-AB56-28DC-00017031BBC0}"/>
          </ac:spMkLst>
        </pc:spChg>
        <pc:spChg chg="mod">
          <ac:chgData name="Levi Nelson" userId="565f9fb3-2333-4b2e-b8d2-cf406cdee411" providerId="ADAL" clId="{6867F811-2B96-4E7B-AAE7-570C995D8CFA}" dt="2026-02-06T05:17:35.817" v="890" actId="1076"/>
          <ac:spMkLst>
            <pc:docMk/>
            <pc:sldMk cId="0" sldId="264"/>
            <ac:spMk id="310" creationId="{00000000-0000-0000-0000-000000000000}"/>
          </ac:spMkLst>
        </pc:spChg>
      </pc:sldChg>
      <pc:sldChg chg="modSp">
        <pc:chgData name="Levi Nelson" userId="565f9fb3-2333-4b2e-b8d2-cf406cdee411" providerId="ADAL" clId="{6867F811-2B96-4E7B-AAE7-570C995D8CFA}" dt="2026-02-06T05:41:31.426" v="892"/>
        <pc:sldMkLst>
          <pc:docMk/>
          <pc:sldMk cId="0" sldId="265"/>
        </pc:sldMkLst>
        <pc:spChg chg="mod">
          <ac:chgData name="Levi Nelson" userId="565f9fb3-2333-4b2e-b8d2-cf406cdee411" providerId="ADAL" clId="{6867F811-2B96-4E7B-AAE7-570C995D8CFA}" dt="2026-02-06T05:41:31.426" v="892"/>
          <ac:spMkLst>
            <pc:docMk/>
            <pc:sldMk cId="0" sldId="265"/>
            <ac:spMk id="343" creationId="{00000000-0000-0000-0000-000000000000}"/>
          </ac:spMkLst>
        </pc:spChg>
      </pc:sldChg>
      <pc:sldChg chg="modSp mod">
        <pc:chgData name="Levi Nelson" userId="565f9fb3-2333-4b2e-b8d2-cf406cdee411" providerId="ADAL" clId="{6867F811-2B96-4E7B-AAE7-570C995D8CFA}" dt="2026-02-11T00:53:40.697" v="1062" actId="20577"/>
        <pc:sldMkLst>
          <pc:docMk/>
          <pc:sldMk cId="0" sldId="267"/>
        </pc:sldMkLst>
        <pc:spChg chg="mod">
          <ac:chgData name="Levi Nelson" userId="565f9fb3-2333-4b2e-b8d2-cf406cdee411" providerId="ADAL" clId="{6867F811-2B96-4E7B-AAE7-570C995D8CFA}" dt="2026-02-11T00:39:15.922" v="907" actId="20577"/>
          <ac:spMkLst>
            <pc:docMk/>
            <pc:sldMk cId="0" sldId="267"/>
            <ac:spMk id="389" creationId="{00000000-0000-0000-0000-000000000000}"/>
          </ac:spMkLst>
        </pc:spChg>
        <pc:spChg chg="mod">
          <ac:chgData name="Levi Nelson" userId="565f9fb3-2333-4b2e-b8d2-cf406cdee411" providerId="ADAL" clId="{6867F811-2B96-4E7B-AAE7-570C995D8CFA}" dt="2026-02-11T00:39:45.561" v="927" actId="20577"/>
          <ac:spMkLst>
            <pc:docMk/>
            <pc:sldMk cId="0" sldId="267"/>
            <ac:spMk id="391" creationId="{00000000-0000-0000-0000-000000000000}"/>
          </ac:spMkLst>
        </pc:spChg>
        <pc:spChg chg="mod">
          <ac:chgData name="Levi Nelson" userId="565f9fb3-2333-4b2e-b8d2-cf406cdee411" providerId="ADAL" clId="{6867F811-2B96-4E7B-AAE7-570C995D8CFA}" dt="2026-02-11T00:53:27.323" v="1048" actId="20577"/>
          <ac:spMkLst>
            <pc:docMk/>
            <pc:sldMk cId="0" sldId="267"/>
            <ac:spMk id="392" creationId="{00000000-0000-0000-0000-000000000000}"/>
          </ac:spMkLst>
        </pc:spChg>
        <pc:spChg chg="mod">
          <ac:chgData name="Levi Nelson" userId="565f9fb3-2333-4b2e-b8d2-cf406cdee411" providerId="ADAL" clId="{6867F811-2B96-4E7B-AAE7-570C995D8CFA}" dt="2026-02-11T00:53:17.013" v="1037" actId="20577"/>
          <ac:spMkLst>
            <pc:docMk/>
            <pc:sldMk cId="0" sldId="267"/>
            <ac:spMk id="393" creationId="{00000000-0000-0000-0000-000000000000}"/>
          </ac:spMkLst>
        </pc:spChg>
        <pc:spChg chg="mod">
          <ac:chgData name="Levi Nelson" userId="565f9fb3-2333-4b2e-b8d2-cf406cdee411" providerId="ADAL" clId="{6867F811-2B96-4E7B-AAE7-570C995D8CFA}" dt="2026-02-11T00:53:07.437" v="1020" actId="20577"/>
          <ac:spMkLst>
            <pc:docMk/>
            <pc:sldMk cId="0" sldId="267"/>
            <ac:spMk id="394" creationId="{00000000-0000-0000-0000-000000000000}"/>
          </ac:spMkLst>
        </pc:spChg>
        <pc:spChg chg="mod">
          <ac:chgData name="Levi Nelson" userId="565f9fb3-2333-4b2e-b8d2-cf406cdee411" providerId="ADAL" clId="{6867F811-2B96-4E7B-AAE7-570C995D8CFA}" dt="2026-02-11T00:52:11.588" v="974" actId="313"/>
          <ac:spMkLst>
            <pc:docMk/>
            <pc:sldMk cId="0" sldId="267"/>
            <ac:spMk id="395" creationId="{00000000-0000-0000-0000-000000000000}"/>
          </ac:spMkLst>
        </pc:spChg>
        <pc:spChg chg="mod">
          <ac:chgData name="Levi Nelson" userId="565f9fb3-2333-4b2e-b8d2-cf406cdee411" providerId="ADAL" clId="{6867F811-2B96-4E7B-AAE7-570C995D8CFA}" dt="2026-02-11T00:53:40.697" v="1062" actId="20577"/>
          <ac:spMkLst>
            <pc:docMk/>
            <pc:sldMk cId="0" sldId="267"/>
            <ac:spMk id="397" creationId="{00000000-0000-0000-0000-000000000000}"/>
          </ac:spMkLst>
        </pc:spChg>
      </pc:sldChg>
      <pc:sldChg chg="addSp modSp mod">
        <pc:chgData name="Levi Nelson" userId="565f9fb3-2333-4b2e-b8d2-cf406cdee411" providerId="ADAL" clId="{6867F811-2B96-4E7B-AAE7-570C995D8CFA}" dt="2026-02-11T01:11:49.109" v="1068" actId="1076"/>
        <pc:sldMkLst>
          <pc:docMk/>
          <pc:sldMk cId="0" sldId="268"/>
        </pc:sldMkLst>
        <pc:spChg chg="add mod">
          <ac:chgData name="Levi Nelson" userId="565f9fb3-2333-4b2e-b8d2-cf406cdee411" providerId="ADAL" clId="{6867F811-2B96-4E7B-AAE7-570C995D8CFA}" dt="2026-02-11T01:11:38.234" v="1066"/>
          <ac:spMkLst>
            <pc:docMk/>
            <pc:sldMk cId="0" sldId="268"/>
            <ac:spMk id="3" creationId="{EA9B3A37-5A61-7DF0-DE33-62BE5149347B}"/>
          </ac:spMkLst>
        </pc:spChg>
        <pc:spChg chg="add mod">
          <ac:chgData name="Levi Nelson" userId="565f9fb3-2333-4b2e-b8d2-cf406cdee411" providerId="ADAL" clId="{6867F811-2B96-4E7B-AAE7-570C995D8CFA}" dt="2026-02-11T01:11:49.109" v="1068" actId="1076"/>
          <ac:spMkLst>
            <pc:docMk/>
            <pc:sldMk cId="0" sldId="268"/>
            <ac:spMk id="5" creationId="{1DB3EA33-48F8-6DC2-BC9C-745D4A7F14E2}"/>
          </ac:spMkLst>
        </pc:spChg>
        <pc:spChg chg="mod">
          <ac:chgData name="Levi Nelson" userId="565f9fb3-2333-4b2e-b8d2-cf406cdee411" providerId="ADAL" clId="{6867F811-2B96-4E7B-AAE7-570C995D8CFA}" dt="2026-02-11T01:11:22.798" v="1063"/>
          <ac:spMkLst>
            <pc:docMk/>
            <pc:sldMk cId="0" sldId="268"/>
            <ac:spMk id="423" creationId="{00000000-0000-0000-0000-000000000000}"/>
          </ac:spMkLst>
        </pc:spChg>
      </pc:sldChg>
      <pc:sldChg chg="addSp delSp modSp mod">
        <pc:chgData name="Levi Nelson" userId="565f9fb3-2333-4b2e-b8d2-cf406cdee411" providerId="ADAL" clId="{6867F811-2B96-4E7B-AAE7-570C995D8CFA}" dt="2026-02-11T01:30:08.394" v="1234" actId="20577"/>
        <pc:sldMkLst>
          <pc:docMk/>
          <pc:sldMk cId="0" sldId="271"/>
        </pc:sldMkLst>
        <pc:spChg chg="add del mod">
          <ac:chgData name="Levi Nelson" userId="565f9fb3-2333-4b2e-b8d2-cf406cdee411" providerId="ADAL" clId="{6867F811-2B96-4E7B-AAE7-570C995D8CFA}" dt="2026-02-11T01:16:28.290" v="1080" actId="14100"/>
          <ac:spMkLst>
            <pc:docMk/>
            <pc:sldMk cId="0" sldId="271"/>
            <ac:spMk id="2" creationId="{2D759E83-6034-880F-14BE-742356990C45}"/>
          </ac:spMkLst>
        </pc:spChg>
        <pc:spChg chg="add del mod">
          <ac:chgData name="Levi Nelson" userId="565f9fb3-2333-4b2e-b8d2-cf406cdee411" providerId="ADAL" clId="{6867F811-2B96-4E7B-AAE7-570C995D8CFA}" dt="2026-02-11T01:16:29.065" v="1081"/>
          <ac:spMkLst>
            <pc:docMk/>
            <pc:sldMk cId="0" sldId="271"/>
            <ac:spMk id="3" creationId="{8EFCEC5A-7DF5-9DA2-7B47-209DFBFBB4A7}"/>
          </ac:spMkLst>
        </pc:spChg>
        <pc:spChg chg="add mod">
          <ac:chgData name="Levi Nelson" userId="565f9fb3-2333-4b2e-b8d2-cf406cdee411" providerId="ADAL" clId="{6867F811-2B96-4E7B-AAE7-570C995D8CFA}" dt="2026-02-11T01:16:41.907" v="1084" actId="14100"/>
          <ac:spMkLst>
            <pc:docMk/>
            <pc:sldMk cId="0" sldId="271"/>
            <ac:spMk id="4" creationId="{EEC64187-F32B-7C38-F04C-3ADA2995A737}"/>
          </ac:spMkLst>
        </pc:spChg>
        <pc:spChg chg="add mod">
          <ac:chgData name="Levi Nelson" userId="565f9fb3-2333-4b2e-b8d2-cf406cdee411" providerId="ADAL" clId="{6867F811-2B96-4E7B-AAE7-570C995D8CFA}" dt="2026-02-11T01:30:08.394" v="1234" actId="20577"/>
          <ac:spMkLst>
            <pc:docMk/>
            <pc:sldMk cId="0" sldId="271"/>
            <ac:spMk id="10" creationId="{4C45EC9C-065A-F2C0-E0CC-D930E960362F}"/>
          </ac:spMkLst>
        </pc:spChg>
        <pc:spChg chg="add del mod">
          <ac:chgData name="Levi Nelson" userId="565f9fb3-2333-4b2e-b8d2-cf406cdee411" providerId="ADAL" clId="{6867F811-2B96-4E7B-AAE7-570C995D8CFA}" dt="2026-02-11T01:16:41.907" v="1084" actId="14100"/>
          <ac:spMkLst>
            <pc:docMk/>
            <pc:sldMk cId="0" sldId="271"/>
            <ac:spMk id="486" creationId="{00000000-0000-0000-0000-000000000000}"/>
          </ac:spMkLst>
        </pc:spChg>
        <pc:picChg chg="add mod">
          <ac:chgData name="Levi Nelson" userId="565f9fb3-2333-4b2e-b8d2-cf406cdee411" providerId="ADAL" clId="{6867F811-2B96-4E7B-AAE7-570C995D8CFA}" dt="2026-02-11T01:23:25.818" v="1097" actId="1076"/>
          <ac:picMkLst>
            <pc:docMk/>
            <pc:sldMk cId="0" sldId="271"/>
            <ac:picMk id="6" creationId="{59B067B3-D0BD-4C36-48F0-4DD0CC4A723D}"/>
          </ac:picMkLst>
        </pc:picChg>
        <pc:picChg chg="add mod">
          <ac:chgData name="Levi Nelson" userId="565f9fb3-2333-4b2e-b8d2-cf406cdee411" providerId="ADAL" clId="{6867F811-2B96-4E7B-AAE7-570C995D8CFA}" dt="2026-02-11T01:23:27.334" v="1098" actId="1076"/>
          <ac:picMkLst>
            <pc:docMk/>
            <pc:sldMk cId="0" sldId="271"/>
            <ac:picMk id="7" creationId="{59E4755F-E2D5-40BD-A58E-7609901610EF}"/>
          </ac:picMkLst>
        </pc:picChg>
        <pc:picChg chg="add mod">
          <ac:chgData name="Levi Nelson" userId="565f9fb3-2333-4b2e-b8d2-cf406cdee411" providerId="ADAL" clId="{6867F811-2B96-4E7B-AAE7-570C995D8CFA}" dt="2026-02-11T01:23:35.352" v="1101" actId="1076"/>
          <ac:picMkLst>
            <pc:docMk/>
            <pc:sldMk cId="0" sldId="271"/>
            <ac:picMk id="9" creationId="{CE291D0E-4B04-0BEA-71C2-B49B51966A02}"/>
          </ac:picMkLst>
        </pc:picChg>
      </pc:sldChg>
    </pc:docChg>
  </pc:docChgLst>
  <pc:docChgLst>
    <pc:chgData name="Matilda McCurdy" userId="801e8014-abc7-4ee8-ae4c-ec2baa22deb1" providerId="ADAL" clId="{35ADD623-43F1-491D-BB13-398800C792CE}"/>
    <pc:docChg chg="custSel addSld modSld">
      <pc:chgData name="Matilda McCurdy" userId="801e8014-abc7-4ee8-ae4c-ec2baa22deb1" providerId="ADAL" clId="{35ADD623-43F1-491D-BB13-398800C792CE}" dt="2026-01-27T20:59:51.824" v="93" actId="20577"/>
      <pc:docMkLst>
        <pc:docMk/>
      </pc:docMkLst>
      <pc:sldChg chg="delSp mod">
        <pc:chgData name="Matilda McCurdy" userId="801e8014-abc7-4ee8-ae4c-ec2baa22deb1" providerId="ADAL" clId="{35ADD623-43F1-491D-BB13-398800C792CE}" dt="2026-01-27T20:57:53.747" v="83" actId="478"/>
        <pc:sldMkLst>
          <pc:docMk/>
          <pc:sldMk cId="0" sldId="256"/>
        </pc:sldMkLst>
        <pc:picChg chg="topLvl">
          <ac:chgData name="Matilda McCurdy" userId="801e8014-abc7-4ee8-ae4c-ec2baa22deb1" providerId="ADAL" clId="{35ADD623-43F1-491D-BB13-398800C792CE}" dt="2026-01-27T20:57:53.747" v="83" actId="478"/>
          <ac:picMkLst>
            <pc:docMk/>
            <pc:sldMk cId="0" sldId="256"/>
            <ac:picMk id="103" creationId="{00000000-0000-0000-0000-000000000000}"/>
          </ac:picMkLst>
        </pc:picChg>
      </pc:sldChg>
      <pc:sldChg chg="modSp mod">
        <pc:chgData name="Matilda McCurdy" userId="801e8014-abc7-4ee8-ae4c-ec2baa22deb1" providerId="ADAL" clId="{35ADD623-43F1-491D-BB13-398800C792CE}" dt="2026-01-27T20:59:51.824" v="93" actId="20577"/>
        <pc:sldMkLst>
          <pc:docMk/>
          <pc:sldMk cId="0" sldId="273"/>
        </pc:sldMkLst>
        <pc:spChg chg="mod">
          <ac:chgData name="Matilda McCurdy" userId="801e8014-abc7-4ee8-ae4c-ec2baa22deb1" providerId="ADAL" clId="{35ADD623-43F1-491D-BB13-398800C792CE}" dt="2026-01-27T20:59:51.824" v="93" actId="20577"/>
          <ac:spMkLst>
            <pc:docMk/>
            <pc:sldMk cId="0" sldId="273"/>
            <ac:spMk id="530" creationId="{00000000-0000-0000-0000-000000000000}"/>
          </ac:spMkLst>
        </pc:spChg>
      </pc:sldChg>
      <pc:sldChg chg="modSp new mod">
        <pc:chgData name="Matilda McCurdy" userId="801e8014-abc7-4ee8-ae4c-ec2baa22deb1" providerId="ADAL" clId="{35ADD623-43F1-491D-BB13-398800C792CE}" dt="2026-01-27T20:57:37.054" v="81" actId="20577"/>
        <pc:sldMkLst>
          <pc:docMk/>
          <pc:sldMk cId="497814436" sldId="277"/>
        </pc:sldMkLst>
        <pc:spChg chg="mod">
          <ac:chgData name="Matilda McCurdy" userId="801e8014-abc7-4ee8-ae4c-ec2baa22deb1" providerId="ADAL" clId="{35ADD623-43F1-491D-BB13-398800C792CE}" dt="2026-01-27T20:57:07.117" v="23" actId="20577"/>
          <ac:spMkLst>
            <pc:docMk/>
            <pc:sldMk cId="497814436" sldId="277"/>
            <ac:spMk id="2" creationId="{703EF611-733C-1E14-FE05-9B0B1D48DB4B}"/>
          </ac:spMkLst>
        </pc:spChg>
        <pc:spChg chg="mod">
          <ac:chgData name="Matilda McCurdy" userId="801e8014-abc7-4ee8-ae4c-ec2baa22deb1" providerId="ADAL" clId="{35ADD623-43F1-491D-BB13-398800C792CE}" dt="2026-01-27T20:57:37.054" v="81" actId="20577"/>
          <ac:spMkLst>
            <pc:docMk/>
            <pc:sldMk cId="497814436" sldId="277"/>
            <ac:spMk id="3" creationId="{65EDD024-2F28-4975-8D21-EE9F3E04636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4" name="Google Shape;18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0" name="Google Shape;38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1" name="Google Shape;41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7" name="Google Shape;43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2" name="Google Shape;522;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6" name="Google Shape;546;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2" name="Google Shape;592;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Arial"/>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4"/>
          <p:cNvSpPr txBox="1">
            <a:spLocks noGrp="1"/>
          </p:cNvSpPr>
          <p:nvPr>
            <p:ph type="title"/>
          </p:nvPr>
        </p:nvSpPr>
        <p:spPr>
          <a:xfrm>
            <a:off x="415600" y="2867800"/>
            <a:ext cx="11360800" cy="1122400"/>
          </a:xfrm>
          <a:prstGeom prst="rect">
            <a:avLst/>
          </a:prstGeom>
          <a:noFill/>
          <a:ln>
            <a:noFill/>
          </a:ln>
        </p:spPr>
        <p:txBody>
          <a:bodyPr spcFirstLastPara="1" wrap="square" lIns="91425" tIns="91425" rIns="91425" bIns="91425" anchor="ctr" anchorCtr="0">
            <a:normAutofit/>
          </a:bodyPr>
          <a:lstStyle>
            <a:lvl1pPr lvl="0" algn="ctr">
              <a:lnSpc>
                <a:spcPct val="90000"/>
              </a:lnSpc>
              <a:spcBef>
                <a:spcPts val="0"/>
              </a:spcBef>
              <a:spcAft>
                <a:spcPts val="0"/>
              </a:spcAft>
              <a:buClr>
                <a:schemeClr val="dk1"/>
              </a:buClr>
              <a:buSzPts val="3600"/>
              <a:buFont typeface="Play"/>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23" name="Google Shape;23;p24"/>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lvl="0" indent="0" algn="r">
              <a:buClr>
                <a:srgbClr val="757575"/>
              </a:buClr>
              <a:buSzPts val="1200"/>
              <a:buFont typeface="Arial"/>
              <a:buNone/>
              <a:defRPr sz="1200">
                <a:solidFill>
                  <a:srgbClr val="757575"/>
                </a:solidFill>
                <a:latin typeface="Arial"/>
                <a:ea typeface="Arial"/>
                <a:cs typeface="Arial"/>
                <a:sym typeface="Arial"/>
              </a:defRPr>
            </a:lvl1pPr>
            <a:lvl2pPr marL="0" lvl="1" indent="0" algn="r">
              <a:buClr>
                <a:srgbClr val="757575"/>
              </a:buClr>
              <a:buSzPts val="1200"/>
              <a:buFont typeface="Arial"/>
              <a:buNone/>
              <a:defRPr sz="1200">
                <a:solidFill>
                  <a:srgbClr val="757575"/>
                </a:solidFill>
                <a:latin typeface="Arial"/>
                <a:ea typeface="Arial"/>
                <a:cs typeface="Arial"/>
                <a:sym typeface="Arial"/>
              </a:defRPr>
            </a:lvl2pPr>
            <a:lvl3pPr marL="0" lvl="2" indent="0" algn="r">
              <a:buClr>
                <a:srgbClr val="757575"/>
              </a:buClr>
              <a:buSzPts val="1200"/>
              <a:buFont typeface="Arial"/>
              <a:buNone/>
              <a:defRPr sz="1200">
                <a:solidFill>
                  <a:srgbClr val="757575"/>
                </a:solidFill>
                <a:latin typeface="Arial"/>
                <a:ea typeface="Arial"/>
                <a:cs typeface="Arial"/>
                <a:sym typeface="Arial"/>
              </a:defRPr>
            </a:lvl3pPr>
            <a:lvl4pPr marL="0" lvl="3" indent="0" algn="r">
              <a:buClr>
                <a:srgbClr val="757575"/>
              </a:buClr>
              <a:buSzPts val="1200"/>
              <a:buFont typeface="Arial"/>
              <a:buNone/>
              <a:defRPr sz="1200">
                <a:solidFill>
                  <a:srgbClr val="757575"/>
                </a:solidFill>
                <a:latin typeface="Arial"/>
                <a:ea typeface="Arial"/>
                <a:cs typeface="Arial"/>
                <a:sym typeface="Arial"/>
              </a:defRPr>
            </a:lvl4pPr>
            <a:lvl5pPr marL="0" lvl="4" indent="0" algn="r">
              <a:buClr>
                <a:srgbClr val="757575"/>
              </a:buClr>
              <a:buSzPts val="1200"/>
              <a:buFont typeface="Arial"/>
              <a:buNone/>
              <a:defRPr sz="1200">
                <a:solidFill>
                  <a:srgbClr val="757575"/>
                </a:solidFill>
                <a:latin typeface="Arial"/>
                <a:ea typeface="Arial"/>
                <a:cs typeface="Arial"/>
                <a:sym typeface="Arial"/>
              </a:defRPr>
            </a:lvl5pPr>
            <a:lvl6pPr marL="0" lvl="5" indent="0" algn="r">
              <a:buClr>
                <a:srgbClr val="757575"/>
              </a:buClr>
              <a:buSzPts val="1200"/>
              <a:buFont typeface="Arial"/>
              <a:buNone/>
              <a:defRPr sz="1200">
                <a:solidFill>
                  <a:srgbClr val="757575"/>
                </a:solidFill>
                <a:latin typeface="Arial"/>
                <a:ea typeface="Arial"/>
                <a:cs typeface="Arial"/>
                <a:sym typeface="Arial"/>
              </a:defRPr>
            </a:lvl6pPr>
            <a:lvl7pPr marL="0" lvl="6" indent="0" algn="r">
              <a:buClr>
                <a:srgbClr val="757575"/>
              </a:buClr>
              <a:buSzPts val="1200"/>
              <a:buFont typeface="Arial"/>
              <a:buNone/>
              <a:defRPr sz="1200">
                <a:solidFill>
                  <a:srgbClr val="757575"/>
                </a:solidFill>
                <a:latin typeface="Arial"/>
                <a:ea typeface="Arial"/>
                <a:cs typeface="Arial"/>
                <a:sym typeface="Arial"/>
              </a:defRPr>
            </a:lvl7pPr>
            <a:lvl8pPr marL="0" lvl="7" indent="0" algn="r">
              <a:buClr>
                <a:srgbClr val="757575"/>
              </a:buClr>
              <a:buSzPts val="1200"/>
              <a:buFont typeface="Arial"/>
              <a:buNone/>
              <a:defRPr sz="1200">
                <a:solidFill>
                  <a:srgbClr val="757575"/>
                </a:solidFill>
                <a:latin typeface="Arial"/>
                <a:ea typeface="Arial"/>
                <a:cs typeface="Arial"/>
                <a:sym typeface="Arial"/>
              </a:defRPr>
            </a:lvl8pPr>
            <a:lvl9pPr marL="0" lvl="8" indent="0" algn="r">
              <a:buClr>
                <a:srgbClr val="757575"/>
              </a:buClr>
              <a:buSzPts val="1200"/>
              <a:buFont typeface="Arial"/>
              <a:buNone/>
              <a:defRPr sz="12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3" name="Google Shape;3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Google Shape;44;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2"/>
        <p:cNvGrpSpPr/>
        <p:nvPr/>
      </p:nvGrpSpPr>
      <p:grpSpPr>
        <a:xfrm>
          <a:off x="0" y="0"/>
          <a:ext cx="0" cy="0"/>
          <a:chOff x="0" y="0"/>
          <a:chExt cx="0" cy="0"/>
        </a:xfrm>
      </p:grpSpPr>
      <p:sp>
        <p:nvSpPr>
          <p:cNvPr id="53" name="Google Shape;53;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2"/>
          <p:cNvSpPr>
            <a:spLocks noGrp="1"/>
          </p:cNvSpPr>
          <p:nvPr>
            <p:ph type="pic" idx="2"/>
          </p:nvPr>
        </p:nvSpPr>
        <p:spPr>
          <a:xfrm>
            <a:off x="5183188" y="987425"/>
            <a:ext cx="6172200" cy="4873625"/>
          </a:xfrm>
          <a:prstGeom prst="rect">
            <a:avLst/>
          </a:prstGeom>
          <a:noFill/>
          <a:ln>
            <a:noFill/>
          </a:ln>
        </p:spPr>
      </p:sp>
      <p:sp>
        <p:nvSpPr>
          <p:cNvPr id="71" name="Google Shape;71;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2" name="Google Shape;7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solarpunk&amp;sxsrf=AJOqlzVAPReoXZqPh2pRHUbjHpdi4tNOWw:1673615754763&amp;source=lnms&amp;tbm=isch&amp;sa=X&amp;ved=2ahUKEwiFiLbE0MT8AhULUsAKHXmRAnEQ_AUoAXoECAEQAw&amp;biw=1536&amp;bih=816&amp;dpr=1.25"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4.jpe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hyperlink" Target="https://www.youtube.com/playlist?list=PL1DUvVc8fdmVrXg6fvOFYhTDo2hcCdF20"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EF611-733C-1E14-FE05-9B0B1D48DB4B}"/>
              </a:ext>
            </a:extLst>
          </p:cNvPr>
          <p:cNvSpPr>
            <a:spLocks noGrp="1"/>
          </p:cNvSpPr>
          <p:nvPr>
            <p:ph type="ctrTitle"/>
          </p:nvPr>
        </p:nvSpPr>
        <p:spPr/>
        <p:txBody>
          <a:bodyPr/>
          <a:lstStyle/>
          <a:p>
            <a:r>
              <a:rPr lang="en-US" dirty="0"/>
              <a:t>STEM Portfolio 2026</a:t>
            </a:r>
            <a:endParaRPr lang="en-AU" dirty="0"/>
          </a:p>
        </p:txBody>
      </p:sp>
      <p:sp>
        <p:nvSpPr>
          <p:cNvPr id="3" name="Subtitle 2">
            <a:extLst>
              <a:ext uri="{FF2B5EF4-FFF2-40B4-BE49-F238E27FC236}">
                <a16:creationId xmlns:a16="http://schemas.microsoft.com/office/drawing/2014/main" id="{65EDD024-2F28-4975-8D21-EE9F3E046365}"/>
              </a:ext>
            </a:extLst>
          </p:cNvPr>
          <p:cNvSpPr>
            <a:spLocks noGrp="1"/>
          </p:cNvSpPr>
          <p:nvPr>
            <p:ph type="subTitle" idx="1"/>
          </p:nvPr>
        </p:nvSpPr>
        <p:spPr/>
        <p:txBody>
          <a:bodyPr/>
          <a:lstStyle/>
          <a:p>
            <a:r>
              <a:rPr lang="en-US" dirty="0" err="1"/>
              <a:t>MyName</a:t>
            </a:r>
            <a:endParaRPr lang="en-US" dirty="0"/>
          </a:p>
          <a:p>
            <a:endParaRPr lang="en-US" dirty="0"/>
          </a:p>
          <a:p>
            <a:r>
              <a:rPr lang="en-US" dirty="0"/>
              <a:t>(decorate this slide as you see fit)</a:t>
            </a:r>
            <a:endParaRPr lang="en-AU" dirty="0"/>
          </a:p>
        </p:txBody>
      </p:sp>
    </p:spTree>
    <p:extLst>
      <p:ext uri="{BB962C8B-B14F-4D97-AF65-F5344CB8AC3E}">
        <p14:creationId xmlns:p14="http://schemas.microsoft.com/office/powerpoint/2010/main" val="497814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p:nvPr/>
        </p:nvSpPr>
        <p:spPr>
          <a:xfrm>
            <a:off x="200" y="-133"/>
            <a:ext cx="5363123" cy="1143200"/>
          </a:xfrm>
          <a:prstGeom prst="rect">
            <a:avLst/>
          </a:prstGeom>
          <a:solidFill>
            <a:srgbClr val="2B903B"/>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4000" b="1" i="0" u="none" strike="noStrike" cap="none">
                <a:solidFill>
                  <a:schemeClr val="lt1"/>
                </a:solidFill>
                <a:latin typeface="Arial"/>
                <a:ea typeface="Arial"/>
                <a:cs typeface="Arial"/>
                <a:sym typeface="Arial"/>
              </a:rPr>
              <a:t>Our Town 2050</a:t>
            </a:r>
            <a:endParaRPr/>
          </a:p>
        </p:txBody>
      </p:sp>
      <p:sp>
        <p:nvSpPr>
          <p:cNvPr id="92" name="Google Shape;92;p1"/>
          <p:cNvSpPr/>
          <p:nvPr/>
        </p:nvSpPr>
        <p:spPr>
          <a:xfrm>
            <a:off x="200" y="1142900"/>
            <a:ext cx="5353923" cy="11432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3" name="Google Shape;93;p1"/>
          <p:cNvSpPr/>
          <p:nvPr/>
        </p:nvSpPr>
        <p:spPr>
          <a:xfrm>
            <a:off x="-2600" y="3429000"/>
            <a:ext cx="5350363" cy="1143200"/>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4" name="Google Shape;94;p1"/>
          <p:cNvSpPr/>
          <p:nvPr/>
        </p:nvSpPr>
        <p:spPr>
          <a:xfrm>
            <a:off x="-2600" y="2285975"/>
            <a:ext cx="5350500" cy="11433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5" name="Google Shape;95;p1"/>
          <p:cNvSpPr/>
          <p:nvPr/>
        </p:nvSpPr>
        <p:spPr>
          <a:xfrm>
            <a:off x="-1" y="4572067"/>
            <a:ext cx="5354123" cy="11432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6" name="Google Shape;96;p1"/>
          <p:cNvSpPr/>
          <p:nvPr/>
        </p:nvSpPr>
        <p:spPr>
          <a:xfrm>
            <a:off x="-1" y="5715100"/>
            <a:ext cx="5363323" cy="11432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97" name="Google Shape;97;p1"/>
          <p:cNvSpPr txBox="1"/>
          <p:nvPr/>
        </p:nvSpPr>
        <p:spPr>
          <a:xfrm>
            <a:off x="-9000" y="13486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Investigating and Defining</a:t>
            </a:r>
            <a:endParaRPr sz="2400">
              <a:solidFill>
                <a:schemeClr val="lt1"/>
              </a:solidFill>
              <a:latin typeface="Arial"/>
              <a:ea typeface="Arial"/>
              <a:cs typeface="Arial"/>
              <a:sym typeface="Arial"/>
            </a:endParaRPr>
          </a:p>
        </p:txBody>
      </p:sp>
      <p:sp>
        <p:nvSpPr>
          <p:cNvPr id="98" name="Google Shape;98;p1"/>
          <p:cNvSpPr txBox="1"/>
          <p:nvPr/>
        </p:nvSpPr>
        <p:spPr>
          <a:xfrm>
            <a:off x="20800" y="2549751"/>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Generating and Designing</a:t>
            </a:r>
            <a:endParaRPr sz="2400">
              <a:solidFill>
                <a:schemeClr val="lt1"/>
              </a:solidFill>
              <a:latin typeface="Arial"/>
              <a:ea typeface="Arial"/>
              <a:cs typeface="Arial"/>
              <a:sym typeface="Arial"/>
            </a:endParaRPr>
          </a:p>
        </p:txBody>
      </p:sp>
      <p:sp>
        <p:nvSpPr>
          <p:cNvPr id="99" name="Google Shape;99;p1"/>
          <p:cNvSpPr txBox="1"/>
          <p:nvPr/>
        </p:nvSpPr>
        <p:spPr>
          <a:xfrm>
            <a:off x="-11399" y="3692817"/>
            <a:ext cx="5303927"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Producing and Implementing</a:t>
            </a:r>
            <a:endParaRPr sz="2400">
              <a:solidFill>
                <a:schemeClr val="lt1"/>
              </a:solidFill>
              <a:latin typeface="Arial"/>
              <a:ea typeface="Arial"/>
              <a:cs typeface="Arial"/>
              <a:sym typeface="Arial"/>
            </a:endParaRPr>
          </a:p>
        </p:txBody>
      </p:sp>
      <p:sp>
        <p:nvSpPr>
          <p:cNvPr id="100" name="Google Shape;100;p1"/>
          <p:cNvSpPr txBox="1"/>
          <p:nvPr/>
        </p:nvSpPr>
        <p:spPr>
          <a:xfrm>
            <a:off x="-20600" y="4835851"/>
            <a:ext cx="5350363"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Evaluating</a:t>
            </a:r>
            <a:endParaRPr sz="2400">
              <a:solidFill>
                <a:schemeClr val="lt1"/>
              </a:solidFill>
              <a:latin typeface="Arial"/>
              <a:ea typeface="Arial"/>
              <a:cs typeface="Arial"/>
              <a:sym typeface="Arial"/>
            </a:endParaRPr>
          </a:p>
        </p:txBody>
      </p:sp>
      <p:sp>
        <p:nvSpPr>
          <p:cNvPr id="101" name="Google Shape;101;p1"/>
          <p:cNvSpPr txBox="1"/>
          <p:nvPr/>
        </p:nvSpPr>
        <p:spPr>
          <a:xfrm>
            <a:off x="20800" y="5963367"/>
            <a:ext cx="5313200" cy="61551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400">
                <a:solidFill>
                  <a:schemeClr val="lt1"/>
                </a:solidFill>
                <a:latin typeface="Arial"/>
                <a:ea typeface="Arial"/>
                <a:cs typeface="Arial"/>
                <a:sym typeface="Arial"/>
              </a:rPr>
              <a:t>Planning and Managing</a:t>
            </a:r>
            <a:endParaRPr sz="2400">
              <a:solidFill>
                <a:schemeClr val="lt1"/>
              </a:solidFill>
              <a:latin typeface="Arial"/>
              <a:ea typeface="Arial"/>
              <a:cs typeface="Arial"/>
              <a:sym typeface="Arial"/>
            </a:endParaRPr>
          </a:p>
        </p:txBody>
      </p:sp>
      <p:pic>
        <p:nvPicPr>
          <p:cNvPr id="103" name="Google Shape;103;p1"/>
          <p:cNvPicPr preferRelativeResize="0"/>
          <p:nvPr/>
        </p:nvPicPr>
        <p:blipFill rotWithShape="1">
          <a:blip r:embed="rId3">
            <a:alphaModFix/>
          </a:blip>
          <a:srcRect/>
          <a:stretch/>
        </p:blipFill>
        <p:spPr>
          <a:xfrm>
            <a:off x="5334000" y="0"/>
            <a:ext cx="6858000" cy="685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12" name="Google Shape;112;p2"/>
          <p:cNvSpPr/>
          <p:nvPr/>
        </p:nvSpPr>
        <p:spPr>
          <a:xfrm>
            <a:off x="1002132" y="538529"/>
            <a:ext cx="10673131" cy="2557993"/>
          </a:xfrm>
          <a:prstGeom prst="roundRect">
            <a:avLst>
              <a:gd name="adj" fmla="val 16667"/>
            </a:avLst>
          </a:prstGeom>
          <a:solidFill>
            <a:srgbClr val="7F4C9C">
              <a:alpha val="73725"/>
            </a:srgbClr>
          </a:solidFill>
          <a:ln>
            <a:noFill/>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13" name="Google Shape;113;p2"/>
          <p:cNvSpPr txBox="1"/>
          <p:nvPr/>
        </p:nvSpPr>
        <p:spPr>
          <a:xfrm>
            <a:off x="1374842" y="819030"/>
            <a:ext cx="9927600" cy="1939500"/>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4400" b="1">
                <a:solidFill>
                  <a:schemeClr val="lt1"/>
                </a:solidFill>
                <a:latin typeface="Roboto"/>
                <a:ea typeface="Roboto"/>
                <a:cs typeface="Roboto"/>
                <a:sym typeface="Roboto"/>
              </a:rPr>
              <a:t>How can you redesign elements of your town to ensure it thrives in 2050?</a:t>
            </a:r>
            <a:endParaRPr sz="4400" b="1">
              <a:solidFill>
                <a:schemeClr val="lt1"/>
              </a:solidFill>
              <a:latin typeface="Arial"/>
              <a:ea typeface="Arial"/>
              <a:cs typeface="Arial"/>
              <a:sym typeface="Arial"/>
            </a:endParaRPr>
          </a:p>
        </p:txBody>
      </p:sp>
      <p:grpSp>
        <p:nvGrpSpPr>
          <p:cNvPr id="114" name="Google Shape;114;p2"/>
          <p:cNvGrpSpPr/>
          <p:nvPr/>
        </p:nvGrpSpPr>
        <p:grpSpPr>
          <a:xfrm>
            <a:off x="-83523" y="0"/>
            <a:ext cx="493925" cy="6858300"/>
            <a:chOff x="-83523" y="0"/>
            <a:chExt cx="493925" cy="6858300"/>
          </a:xfrm>
        </p:grpSpPr>
        <p:sp>
          <p:nvSpPr>
            <p:cNvPr id="115" name="Google Shape;115;p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6" name="Google Shape;116;p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7" name="Google Shape;117;p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8" name="Google Shape;118;p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19" name="Google Shape;119;p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20" name="Google Shape;120;p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21" name="Google Shape;121;p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22" name="Google Shape;122;p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23" name="Google Shape;123;p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24" name="Google Shape;124;p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25" name="Google Shape;125;p2"/>
          <p:cNvSpPr txBox="1"/>
          <p:nvPr/>
        </p:nvSpPr>
        <p:spPr>
          <a:xfrm>
            <a:off x="657503" y="3416093"/>
            <a:ext cx="11260800" cy="65661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667">
                <a:solidFill>
                  <a:schemeClr val="dk1"/>
                </a:solidFill>
                <a:latin typeface="Arial"/>
                <a:ea typeface="Arial"/>
                <a:cs typeface="Arial"/>
                <a:sym typeface="Arial"/>
              </a:rPr>
              <a:t>You will all be using the design process in this learning experience.</a:t>
            </a:r>
            <a:endParaRPr sz="2933">
              <a:solidFill>
                <a:schemeClr val="dk1"/>
              </a:solidFill>
              <a:latin typeface="Arial"/>
              <a:ea typeface="Arial"/>
              <a:cs typeface="Arial"/>
              <a:sym typeface="Arial"/>
            </a:endParaRPr>
          </a:p>
        </p:txBody>
      </p:sp>
      <p:grpSp>
        <p:nvGrpSpPr>
          <p:cNvPr id="126" name="Google Shape;126;p2"/>
          <p:cNvGrpSpPr/>
          <p:nvPr/>
        </p:nvGrpSpPr>
        <p:grpSpPr>
          <a:xfrm>
            <a:off x="1324039" y="4045533"/>
            <a:ext cx="10645000" cy="2437682"/>
            <a:chOff x="1519912" y="3251317"/>
            <a:chExt cx="6499133" cy="1488287"/>
          </a:xfrm>
        </p:grpSpPr>
        <p:sp>
          <p:nvSpPr>
            <p:cNvPr id="127" name="Google Shape;127;p2"/>
            <p:cNvSpPr/>
            <p:nvPr/>
          </p:nvSpPr>
          <p:spPr>
            <a:xfrm>
              <a:off x="1519912" y="3510954"/>
              <a:ext cx="1152600" cy="1152300"/>
            </a:xfrm>
            <a:prstGeom prst="rect">
              <a:avLst/>
            </a:prstGeom>
            <a:noFill/>
            <a:ln w="38100" cap="flat" cmpd="sng">
              <a:solidFill>
                <a:srgbClr val="38761D"/>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Design Challenge</a:t>
              </a:r>
              <a:endParaRPr sz="1467" b="1">
                <a:solidFill>
                  <a:schemeClr val="dk1"/>
                </a:solidFill>
                <a:latin typeface="Arial"/>
                <a:ea typeface="Arial"/>
                <a:cs typeface="Arial"/>
                <a:sym typeface="Arial"/>
              </a:endParaRPr>
            </a:p>
          </p:txBody>
        </p:sp>
        <p:sp>
          <p:nvSpPr>
            <p:cNvPr id="128" name="Google Shape;128;p2"/>
            <p:cNvSpPr/>
            <p:nvPr/>
          </p:nvSpPr>
          <p:spPr>
            <a:xfrm>
              <a:off x="2680750" y="3457404"/>
              <a:ext cx="1282200" cy="1282200"/>
            </a:xfrm>
            <a:prstGeom prst="diamond">
              <a:avLst/>
            </a:prstGeom>
            <a:noFill/>
            <a:ln w="38100" cap="flat" cmpd="sng">
              <a:solidFill>
                <a:srgbClr val="6AA84F"/>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29" name="Google Shape;129;p2"/>
            <p:cNvSpPr/>
            <p:nvPr/>
          </p:nvSpPr>
          <p:spPr>
            <a:xfrm>
              <a:off x="3962683" y="3457404"/>
              <a:ext cx="1282200" cy="1282200"/>
            </a:xfrm>
            <a:prstGeom prst="diamond">
              <a:avLst/>
            </a:prstGeom>
            <a:noFill/>
            <a:ln w="38100" cap="flat" cmpd="sng">
              <a:solidFill>
                <a:srgbClr val="0B5394"/>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0" name="Google Shape;130;p2"/>
            <p:cNvSpPr/>
            <p:nvPr/>
          </p:nvSpPr>
          <p:spPr>
            <a:xfrm>
              <a:off x="5244617" y="3457404"/>
              <a:ext cx="1282200" cy="1282200"/>
            </a:xfrm>
            <a:prstGeom prst="diamond">
              <a:avLst/>
            </a:prstGeom>
            <a:noFill/>
            <a:ln w="38100" cap="flat" cmpd="sng">
              <a:solidFill>
                <a:srgbClr val="1155CC"/>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1" name="Google Shape;131;p2"/>
            <p:cNvSpPr/>
            <p:nvPr/>
          </p:nvSpPr>
          <p:spPr>
            <a:xfrm>
              <a:off x="6526550" y="3457404"/>
              <a:ext cx="1282200" cy="1282200"/>
            </a:xfrm>
            <a:prstGeom prst="diamond">
              <a:avLst/>
            </a:prstGeom>
            <a:noFill/>
            <a:ln w="38100" cap="flat" cmpd="sng">
              <a:solidFill>
                <a:srgbClr val="A64D79"/>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132" name="Google Shape;132;p2"/>
            <p:cNvSpPr txBox="1"/>
            <p:nvPr/>
          </p:nvSpPr>
          <p:spPr>
            <a:xfrm rot="-2701619">
              <a:off x="2466940" y="3529520"/>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Discover</a:t>
              </a:r>
              <a:endParaRPr sz="1333">
                <a:solidFill>
                  <a:schemeClr val="dk1"/>
                </a:solidFill>
                <a:latin typeface="Arial"/>
                <a:ea typeface="Arial"/>
                <a:cs typeface="Arial"/>
                <a:sym typeface="Arial"/>
              </a:endParaRPr>
            </a:p>
          </p:txBody>
        </p:sp>
        <p:sp>
          <p:nvSpPr>
            <p:cNvPr id="133" name="Google Shape;133;p2"/>
            <p:cNvSpPr txBox="1"/>
            <p:nvPr/>
          </p:nvSpPr>
          <p:spPr>
            <a:xfrm rot="-2701619">
              <a:off x="371471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Ideate</a:t>
              </a:r>
              <a:endParaRPr sz="1333">
                <a:solidFill>
                  <a:schemeClr val="dk1"/>
                </a:solidFill>
                <a:latin typeface="Arial"/>
                <a:ea typeface="Arial"/>
                <a:cs typeface="Arial"/>
                <a:sym typeface="Arial"/>
              </a:endParaRPr>
            </a:p>
          </p:txBody>
        </p:sp>
        <p:sp>
          <p:nvSpPr>
            <p:cNvPr id="134" name="Google Shape;134;p2"/>
            <p:cNvSpPr txBox="1"/>
            <p:nvPr/>
          </p:nvSpPr>
          <p:spPr>
            <a:xfrm rot="-2701619">
              <a:off x="4979528"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Develop</a:t>
              </a:r>
              <a:endParaRPr sz="1333">
                <a:solidFill>
                  <a:schemeClr val="dk1"/>
                </a:solidFill>
                <a:latin typeface="Arial"/>
                <a:ea typeface="Arial"/>
                <a:cs typeface="Arial"/>
                <a:sym typeface="Arial"/>
              </a:endParaRPr>
            </a:p>
          </p:txBody>
        </p:sp>
        <p:sp>
          <p:nvSpPr>
            <p:cNvPr id="135" name="Google Shape;135;p2"/>
            <p:cNvSpPr txBox="1"/>
            <p:nvPr/>
          </p:nvSpPr>
          <p:spPr>
            <a:xfrm rot="-2701619">
              <a:off x="6282465" y="3545871"/>
              <a:ext cx="900713"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Showcase</a:t>
              </a:r>
              <a:endParaRPr sz="1333">
                <a:solidFill>
                  <a:schemeClr val="dk1"/>
                </a:solidFill>
                <a:latin typeface="Arial"/>
                <a:ea typeface="Arial"/>
                <a:cs typeface="Arial"/>
                <a:sym typeface="Arial"/>
              </a:endParaRPr>
            </a:p>
          </p:txBody>
        </p:sp>
        <p:sp>
          <p:nvSpPr>
            <p:cNvPr id="136" name="Google Shape;136;p2"/>
            <p:cNvSpPr txBox="1"/>
            <p:nvPr/>
          </p:nvSpPr>
          <p:spPr>
            <a:xfrm rot="2698372">
              <a:off x="3286514" y="3529511"/>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Define</a:t>
              </a:r>
              <a:endParaRPr sz="1333">
                <a:solidFill>
                  <a:schemeClr val="dk1"/>
                </a:solidFill>
                <a:latin typeface="Arial"/>
                <a:ea typeface="Arial"/>
                <a:cs typeface="Arial"/>
                <a:sym typeface="Arial"/>
              </a:endParaRPr>
            </a:p>
          </p:txBody>
        </p:sp>
        <p:sp>
          <p:nvSpPr>
            <p:cNvPr id="137" name="Google Shape;137;p2"/>
            <p:cNvSpPr txBox="1"/>
            <p:nvPr/>
          </p:nvSpPr>
          <p:spPr>
            <a:xfrm rot="2698372">
              <a:off x="45701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Refine</a:t>
              </a:r>
              <a:endParaRPr sz="1333">
                <a:solidFill>
                  <a:schemeClr val="dk1"/>
                </a:solidFill>
                <a:latin typeface="Arial"/>
                <a:ea typeface="Arial"/>
                <a:cs typeface="Arial"/>
                <a:sym typeface="Arial"/>
              </a:endParaRPr>
            </a:p>
          </p:txBody>
        </p:sp>
        <p:sp>
          <p:nvSpPr>
            <p:cNvPr id="138" name="Google Shape;138;p2"/>
            <p:cNvSpPr txBox="1"/>
            <p:nvPr/>
          </p:nvSpPr>
          <p:spPr>
            <a:xfrm rot="2698372">
              <a:off x="585381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Deliver</a:t>
              </a:r>
              <a:endParaRPr sz="1333">
                <a:solidFill>
                  <a:schemeClr val="dk1"/>
                </a:solidFill>
                <a:latin typeface="Arial"/>
                <a:ea typeface="Arial"/>
                <a:cs typeface="Arial"/>
                <a:sym typeface="Arial"/>
              </a:endParaRPr>
            </a:p>
          </p:txBody>
        </p:sp>
        <p:sp>
          <p:nvSpPr>
            <p:cNvPr id="139" name="Google Shape;139;p2"/>
            <p:cNvSpPr txBox="1"/>
            <p:nvPr/>
          </p:nvSpPr>
          <p:spPr>
            <a:xfrm rot="2698372">
              <a:off x="7157064" y="3545862"/>
              <a:ext cx="895622" cy="275535"/>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a:solidFill>
                    <a:schemeClr val="dk1"/>
                  </a:solidFill>
                  <a:latin typeface="Arial"/>
                  <a:ea typeface="Arial"/>
                  <a:cs typeface="Arial"/>
                  <a:sym typeface="Arial"/>
                </a:rPr>
                <a:t>Discuss</a:t>
              </a:r>
              <a:endParaRPr sz="1333">
                <a:solidFill>
                  <a:schemeClr val="dk1"/>
                </a:solidFill>
                <a:latin typeface="Arial"/>
                <a:ea typeface="Arial"/>
                <a:cs typeface="Arial"/>
                <a:sym typeface="Arial"/>
              </a:endParaRPr>
            </a:p>
          </p:txBody>
        </p:sp>
        <p:sp>
          <p:nvSpPr>
            <p:cNvPr id="140" name="Google Shape;140;p2"/>
            <p:cNvSpPr txBox="1"/>
            <p:nvPr/>
          </p:nvSpPr>
          <p:spPr>
            <a:xfrm>
              <a:off x="2697862" y="38947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Investigating &amp; Defining</a:t>
              </a:r>
              <a:endParaRPr/>
            </a:p>
          </p:txBody>
        </p:sp>
        <p:sp>
          <p:nvSpPr>
            <p:cNvPr id="141" name="Google Shape;141;p2"/>
            <p:cNvSpPr txBox="1"/>
            <p:nvPr/>
          </p:nvSpPr>
          <p:spPr>
            <a:xfrm>
              <a:off x="3977650" y="3906105"/>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Generating &amp; Designing</a:t>
              </a:r>
              <a:endParaRPr/>
            </a:p>
          </p:txBody>
        </p:sp>
        <p:sp>
          <p:nvSpPr>
            <p:cNvPr id="142" name="Google Shape;142;p2"/>
            <p:cNvSpPr txBox="1"/>
            <p:nvPr/>
          </p:nvSpPr>
          <p:spPr>
            <a:xfrm>
              <a:off x="5253150" y="3890607"/>
              <a:ext cx="1265100" cy="425979"/>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Producing &amp; Implementing</a:t>
              </a:r>
              <a:endParaRPr/>
            </a:p>
          </p:txBody>
        </p:sp>
        <p:sp>
          <p:nvSpPr>
            <p:cNvPr id="143" name="Google Shape;143;p2"/>
            <p:cNvSpPr txBox="1"/>
            <p:nvPr/>
          </p:nvSpPr>
          <p:spPr>
            <a:xfrm>
              <a:off x="6530800" y="3941199"/>
              <a:ext cx="1265100" cy="288140"/>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67" b="1">
                  <a:solidFill>
                    <a:schemeClr val="dk1"/>
                  </a:solidFill>
                  <a:latin typeface="Arial"/>
                  <a:ea typeface="Arial"/>
                  <a:cs typeface="Arial"/>
                  <a:sym typeface="Arial"/>
                </a:rPr>
                <a:t>Evaluating</a:t>
              </a:r>
              <a:endParaRPr/>
            </a:p>
          </p:txBody>
        </p:sp>
      </p:grpSp>
      <p:sp>
        <p:nvSpPr>
          <p:cNvPr id="144" name="Google Shape;144;p2" descr="A breathtaking futuristic cityscape designed with solarpunk principles. The city is vibrant, lush, and eco-friendly, featuring towering skyscrapers covered in greenery and vertical gardens. Solar panels are integrated seamlessly into the architecture, and wind turbines are elegantly incorporated into the design. Walkways are adorned with flowering plants and trees, and citizens move around on bicycles and electric vehicles. The streets are clean and lined with smart urban furniture, while clear, blue skies indicate clean air. The scene is illuminated by soft, eco-friendly lighting, creating a utopian, harmonious atmosphere."/>
          <p:cNvSpPr/>
          <p:nvPr/>
        </p:nvSpPr>
        <p:spPr>
          <a:xfrm>
            <a:off x="5892800" y="3225800"/>
            <a:ext cx="406400" cy="406400"/>
          </a:xfrm>
          <a:prstGeom prst="rect">
            <a:avLst/>
          </a:prstGeom>
          <a:noFill/>
          <a:ln>
            <a:noFill/>
          </a:ln>
        </p:spPr>
        <p:txBody>
          <a:bodyPr spcFirstLastPara="1" wrap="square" lIns="121900" tIns="60950" rIns="121900" bIns="60950" anchor="t"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3"/>
          <p:cNvPicPr preferRelativeResize="0"/>
          <p:nvPr/>
        </p:nvPicPr>
        <p:blipFill rotWithShape="1">
          <a:blip r:embed="rId3">
            <a:alphaModFix amt="35000"/>
          </a:blip>
          <a:srcRect/>
          <a:stretch/>
        </p:blipFill>
        <p:spPr>
          <a:xfrm>
            <a:off x="190500" y="0"/>
            <a:ext cx="12001500" cy="6858000"/>
          </a:xfrm>
          <a:prstGeom prst="rect">
            <a:avLst/>
          </a:prstGeom>
          <a:noFill/>
          <a:ln>
            <a:noFill/>
          </a:ln>
        </p:spPr>
      </p:pic>
      <p:sp>
        <p:nvSpPr>
          <p:cNvPr id="150" name="Google Shape;150;p3"/>
          <p:cNvSpPr txBox="1"/>
          <p:nvPr/>
        </p:nvSpPr>
        <p:spPr>
          <a:xfrm>
            <a:off x="1256539" y="365070"/>
            <a:ext cx="9931208" cy="55395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dk1"/>
                </a:solidFill>
                <a:latin typeface="Arial"/>
                <a:ea typeface="Arial"/>
                <a:cs typeface="Arial"/>
                <a:sym typeface="Arial"/>
              </a:rPr>
              <a:t>Suggested Timeline of Student-Centered Activities</a:t>
            </a:r>
            <a:endParaRPr sz="2000" b="1">
              <a:solidFill>
                <a:schemeClr val="dk1"/>
              </a:solidFill>
              <a:latin typeface="Arial"/>
              <a:ea typeface="Arial"/>
              <a:cs typeface="Arial"/>
              <a:sym typeface="Arial"/>
            </a:endParaRPr>
          </a:p>
        </p:txBody>
      </p:sp>
      <p:graphicFrame>
        <p:nvGraphicFramePr>
          <p:cNvPr id="151" name="Google Shape;151;p3"/>
          <p:cNvGraphicFramePr/>
          <p:nvPr/>
        </p:nvGraphicFramePr>
        <p:xfrm>
          <a:off x="1256539" y="965575"/>
          <a:ext cx="9931200" cy="5443330"/>
        </p:xfrm>
        <a:graphic>
          <a:graphicData uri="http://schemas.openxmlformats.org/drawingml/2006/table">
            <a:tbl>
              <a:tblPr>
                <a:noFill/>
                <a:tableStyleId>{E5B5EC9E-9983-4339-AEF5-35140938B591}</a:tableStyleId>
              </a:tblPr>
              <a:tblGrid>
                <a:gridCol w="2284325">
                  <a:extLst>
                    <a:ext uri="{9D8B030D-6E8A-4147-A177-3AD203B41FA5}">
                      <a16:colId xmlns:a16="http://schemas.microsoft.com/office/drawing/2014/main" val="20000"/>
                    </a:ext>
                  </a:extLst>
                </a:gridCol>
                <a:gridCol w="3550600">
                  <a:extLst>
                    <a:ext uri="{9D8B030D-6E8A-4147-A177-3AD203B41FA5}">
                      <a16:colId xmlns:a16="http://schemas.microsoft.com/office/drawing/2014/main" val="20001"/>
                    </a:ext>
                  </a:extLst>
                </a:gridCol>
                <a:gridCol w="4096275">
                  <a:extLst>
                    <a:ext uri="{9D8B030D-6E8A-4147-A177-3AD203B41FA5}">
                      <a16:colId xmlns:a16="http://schemas.microsoft.com/office/drawing/2014/main" val="20002"/>
                    </a:ext>
                  </a:extLst>
                </a:gridCol>
              </a:tblGrid>
              <a:tr h="379675">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Session</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Stage</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latin typeface="Arial"/>
                          <a:ea typeface="Arial"/>
                          <a:cs typeface="Arial"/>
                          <a:sym typeface="Arial"/>
                        </a:rPr>
                        <a:t>Activity</a:t>
                      </a:r>
                      <a:endParaRPr/>
                    </a:p>
                  </a:txBody>
                  <a:tcPr marL="91450" marR="91450" marT="0"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Explore Solarpunk &amp; Annotate Image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1"/>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Future Challenges Reflection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2"/>
                  </a:ext>
                </a:extLst>
              </a:tr>
              <a:tr h="39192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Mind Map of Key Issues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3"/>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2</a:t>
                      </a:r>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Sustainability Analysis (3 Pillars)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4"/>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3</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Visual Research of Structures</a:t>
                      </a:r>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5"/>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Brief (Starburst Template)</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6"/>
                  </a:ext>
                </a:extLst>
              </a:tr>
              <a:tr h="379675">
                <a:tc>
                  <a:txBody>
                    <a:bodyPr/>
                    <a:lstStyle/>
                    <a:p>
                      <a:pPr marL="0" marR="0" lvl="0" indent="0" algn="ctr" rtl="0">
                        <a:lnSpc>
                          <a:spcPct val="107000"/>
                        </a:lnSpc>
                        <a:spcBef>
                          <a:spcPts val="0"/>
                        </a:spcBef>
                        <a:spcAft>
                          <a:spcPts val="0"/>
                        </a:spcAft>
                        <a:buClr>
                          <a:srgbClr val="000000"/>
                        </a:buClr>
                        <a:buSzPts val="1600"/>
                        <a:buFont typeface="Arial"/>
                        <a:buNone/>
                      </a:pPr>
                      <a:r>
                        <a:rPr lang="en-GB" sz="1600" b="1" u="none" strike="noStrike" cap="none">
                          <a:solidFill>
                            <a:schemeClr val="dk1"/>
                          </a:solidFill>
                          <a:latin typeface="Arial"/>
                          <a:ea typeface="Arial"/>
                          <a:cs typeface="Arial"/>
                          <a:sym typeface="Arial"/>
                        </a:rPr>
                        <a:t>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Investigating &amp; Defining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Evaluation Criteria</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7"/>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Morphological Matrix &amp; Idea Generation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8"/>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None/>
                      </a:pPr>
                      <a:r>
                        <a:rPr lang="en-GB" sz="1600" b="1" u="none" strike="noStrike" cap="none">
                          <a:solidFill>
                            <a:schemeClr val="dk1"/>
                          </a:solidFill>
                        </a:rPr>
                        <a:t>Generating &amp; Designing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Sketches &amp; Concept Features</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09"/>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6 - 8</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Final Design (CAD or Sketch)</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0"/>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9</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Clr>
                          <a:schemeClr val="dk1"/>
                        </a:buClr>
                        <a:buSzPts val="1600"/>
                        <a:buFont typeface="Arial"/>
                        <a:buNone/>
                      </a:pPr>
                      <a:r>
                        <a:rPr lang="en-GB" sz="1600" b="1" u="none" strike="noStrike" cap="none">
                          <a:solidFill>
                            <a:schemeClr val="dk1"/>
                          </a:solidFill>
                        </a:rPr>
                        <a:t>Planning and Managing</a:t>
                      </a:r>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Production Planning</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1"/>
                  </a:ext>
                </a:extLst>
              </a:tr>
              <a:tr h="245450">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10-14</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7000"/>
                        </a:lnSpc>
                        <a:spcBef>
                          <a:spcPts val="0"/>
                        </a:spcBef>
                        <a:spcAft>
                          <a:spcPts val="0"/>
                        </a:spcAft>
                        <a:buClr>
                          <a:schemeClr val="dk1"/>
                        </a:buClr>
                        <a:buSzPts val="1600"/>
                        <a:buFont typeface="Arial"/>
                        <a:buNone/>
                      </a:pPr>
                      <a:r>
                        <a:rPr lang="en-GB" sz="1600" b="1" u="none" strike="noStrike" cap="none">
                          <a:solidFill>
                            <a:schemeClr val="dk1"/>
                          </a:solidFill>
                        </a:rPr>
                        <a:t>Producing &amp; Implementing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Model Making</a:t>
                      </a:r>
                      <a:endParaRPr/>
                    </a:p>
                    <a:p>
                      <a:pPr marL="0" marR="0" lvl="0" indent="0" algn="ctr" rtl="0">
                        <a:spcBef>
                          <a:spcPts val="0"/>
                        </a:spcBef>
                        <a:spcAft>
                          <a:spcPts val="0"/>
                        </a:spcAft>
                        <a:buNone/>
                      </a:pPr>
                      <a:endParaRPr sz="1600" b="1" i="0" u="none" strike="noStrike" cap="none">
                        <a:solidFill>
                          <a:schemeClr val="dk1"/>
                        </a:solidFill>
                        <a:latin typeface="Arial"/>
                        <a:ea typeface="Arial"/>
                        <a:cs typeface="Arial"/>
                        <a:sym typeface="Arial"/>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2"/>
                  </a:ext>
                </a:extLst>
              </a:tr>
              <a:tr h="379675">
                <a:tc>
                  <a:txBody>
                    <a:bodyPr/>
                    <a:lstStyle/>
                    <a:p>
                      <a:pPr marL="0" marR="0" lvl="0" indent="0" algn="ctr" rtl="0">
                        <a:lnSpc>
                          <a:spcPct val="107000"/>
                        </a:lnSpc>
                        <a:spcBef>
                          <a:spcPts val="0"/>
                        </a:spcBef>
                        <a:spcAft>
                          <a:spcPts val="0"/>
                        </a:spcAft>
                        <a:buNone/>
                      </a:pPr>
                      <a:r>
                        <a:rPr lang="en-GB" sz="1600" b="1" u="none" strike="noStrike" cap="none">
                          <a:solidFill>
                            <a:schemeClr val="dk1"/>
                          </a:solidFill>
                          <a:latin typeface="Arial"/>
                          <a:ea typeface="Arial"/>
                          <a:cs typeface="Arial"/>
                          <a:sym typeface="Arial"/>
                        </a:rPr>
                        <a:t>15</a:t>
                      </a:r>
                      <a:endParaRPr/>
                    </a:p>
                  </a:txBody>
                  <a:tcPr marL="91450" marR="91450" marT="0" marB="0">
                    <a:lnL w="12700"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lnSpc>
                          <a:spcPct val="100000"/>
                        </a:lnSpc>
                        <a:spcBef>
                          <a:spcPts val="0"/>
                        </a:spcBef>
                        <a:spcAft>
                          <a:spcPts val="0"/>
                        </a:spcAft>
                        <a:buClr>
                          <a:schemeClr val="dk1"/>
                        </a:buClr>
                        <a:buSzPts val="1600"/>
                        <a:buFont typeface="Arial"/>
                        <a:buNone/>
                      </a:pPr>
                      <a:r>
                        <a:rPr lang="en-GB" sz="1600" b="1" u="none" strike="noStrike" cap="none">
                          <a:solidFill>
                            <a:schemeClr val="dk1"/>
                          </a:solidFill>
                        </a:rPr>
                        <a:t>Evaluating</a:t>
                      </a:r>
                      <a:endParaRPr sz="1600" b="1" u="none" strike="noStrike" cap="none">
                        <a:solidFill>
                          <a:schemeClr val="dk1"/>
                        </a:solidFill>
                        <a:latin typeface="Arial"/>
                        <a:ea typeface="Arial"/>
                        <a:cs typeface="Arial"/>
                        <a:sym typeface="Arial"/>
                      </a:endParaRPr>
                    </a:p>
                  </a:txBody>
                  <a:tcPr marL="91450" marR="91450" marT="0" marB="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tc>
                  <a:txBody>
                    <a:bodyPr/>
                    <a:lstStyle/>
                    <a:p>
                      <a:pPr marL="0" marR="0" lvl="0" indent="0" algn="ctr" rtl="0">
                        <a:spcBef>
                          <a:spcPts val="0"/>
                        </a:spcBef>
                        <a:spcAft>
                          <a:spcPts val="0"/>
                        </a:spcAft>
                        <a:buNone/>
                      </a:pPr>
                      <a:r>
                        <a:rPr lang="en-GB" sz="1600" b="1" i="0" u="none" strike="noStrike" cap="none">
                          <a:solidFill>
                            <a:schemeClr val="dk1"/>
                          </a:solidFill>
                          <a:latin typeface="Arial"/>
                          <a:ea typeface="Arial"/>
                          <a:cs typeface="Arial"/>
                          <a:sym typeface="Arial"/>
                        </a:rPr>
                        <a:t>Design Reflection &amp; Impact Evaluation</a:t>
                      </a:r>
                      <a:endParaRPr/>
                    </a:p>
                  </a:txBody>
                  <a:tcPr marL="7625" marR="7625" marT="7625" marB="0">
                    <a:lnL w="952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44705"/>
                      </a:srgbClr>
                    </a:solidFill>
                  </a:tcPr>
                </a:tc>
                <a:extLst>
                  <a:ext uri="{0D108BD9-81ED-4DB2-BD59-A6C34878D82A}">
                    <a16:rowId xmlns:a16="http://schemas.microsoft.com/office/drawing/2014/main" val="10013"/>
                  </a:ext>
                </a:extLst>
              </a:tr>
            </a:tbl>
          </a:graphicData>
        </a:graphic>
      </p:graphicFrame>
      <p:grpSp>
        <p:nvGrpSpPr>
          <p:cNvPr id="152" name="Google Shape;152;p3"/>
          <p:cNvGrpSpPr/>
          <p:nvPr/>
        </p:nvGrpSpPr>
        <p:grpSpPr>
          <a:xfrm>
            <a:off x="-83523" y="0"/>
            <a:ext cx="493925" cy="6858300"/>
            <a:chOff x="-83523" y="0"/>
            <a:chExt cx="493925" cy="6858300"/>
          </a:xfrm>
        </p:grpSpPr>
        <p:sp>
          <p:nvSpPr>
            <p:cNvPr id="153" name="Google Shape;153;p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4" name="Google Shape;154;p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5" name="Google Shape;155;p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6" name="Google Shape;156;p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7" name="Google Shape;157;p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58" name="Google Shape;158;p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59" name="Google Shape;159;p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60" name="Google Shape;160;p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61" name="Google Shape;161;p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62" name="Google Shape;162;p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163" name="Google Shape;163;p3" descr="A futuristic and sustainable Australian country town in 2050 with multiple community hubs. The town features a central eco-friendly community centre with solar panels, green roofs, and large glass windows, surrounded by various specialized hubs including a technology innovation centre, a vertical farming hub, a renewable energy research facility, and an arts and culture space. Wide streets lined with native trees connect these hubs, with people engaging in workshops, markets, and social activities. Autonomous electric vehicles, bicycles, and smart benches are present. The background includes modern eco-homes, wind turbines, and lush green landscapes, blending advanced technology with nature. No visible text in the imag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4"/>
          <p:cNvPicPr preferRelativeResize="0"/>
          <p:nvPr/>
        </p:nvPicPr>
        <p:blipFill rotWithShape="1">
          <a:blip r:embed="rId3">
            <a:alphaModFix amt="35000"/>
          </a:blip>
          <a:srcRect/>
          <a:stretch/>
        </p:blipFill>
        <p:spPr>
          <a:xfrm>
            <a:off x="326879" y="0"/>
            <a:ext cx="11861101" cy="6858000"/>
          </a:xfrm>
          <a:prstGeom prst="rect">
            <a:avLst/>
          </a:prstGeom>
          <a:noFill/>
          <a:ln>
            <a:noFill/>
          </a:ln>
        </p:spPr>
      </p:pic>
      <p:graphicFrame>
        <p:nvGraphicFramePr>
          <p:cNvPr id="169" name="Google Shape;169;p4"/>
          <p:cNvGraphicFramePr/>
          <p:nvPr/>
        </p:nvGraphicFramePr>
        <p:xfrm>
          <a:off x="791993" y="942898"/>
          <a:ext cx="10638000" cy="5550025"/>
        </p:xfrm>
        <a:graphic>
          <a:graphicData uri="http://schemas.openxmlformats.org/drawingml/2006/table">
            <a:tbl>
              <a:tblPr>
                <a:noFill/>
                <a:tableStyleId>{E5B5EC9E-9983-4339-AEF5-35140938B591}</a:tableStyleId>
              </a:tblPr>
              <a:tblGrid>
                <a:gridCol w="2036925">
                  <a:extLst>
                    <a:ext uri="{9D8B030D-6E8A-4147-A177-3AD203B41FA5}">
                      <a16:colId xmlns:a16="http://schemas.microsoft.com/office/drawing/2014/main" val="20000"/>
                    </a:ext>
                  </a:extLst>
                </a:gridCol>
                <a:gridCol w="8601075">
                  <a:extLst>
                    <a:ext uri="{9D8B030D-6E8A-4147-A177-3AD203B41FA5}">
                      <a16:colId xmlns:a16="http://schemas.microsoft.com/office/drawing/2014/main" val="20001"/>
                    </a:ext>
                  </a:extLst>
                </a:gridCol>
              </a:tblGrid>
              <a:tr h="193250">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Curriculum Area</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ctr" rtl="0">
                        <a:spcBef>
                          <a:spcPts val="0"/>
                        </a:spcBef>
                        <a:spcAft>
                          <a:spcPts val="0"/>
                        </a:spcAft>
                        <a:buNone/>
                      </a:pPr>
                      <a:r>
                        <a:rPr lang="en-GB" sz="1200" b="1" u="none" strike="noStrike" cap="none">
                          <a:latin typeface="Play"/>
                          <a:ea typeface="Play"/>
                          <a:cs typeface="Play"/>
                          <a:sym typeface="Play"/>
                        </a:rPr>
                        <a:t>Content Description</a:t>
                      </a:r>
                      <a:endParaRPr sz="1200" b="1" i="0" u="none" strike="noStrike" cap="none">
                        <a:solidFill>
                          <a:srgbClr val="000000"/>
                        </a:solidFill>
                        <a:latin typeface="Play"/>
                        <a:ea typeface="Play"/>
                        <a:cs typeface="Play"/>
                        <a:sym typeface="Play"/>
                      </a:endParaRPr>
                    </a:p>
                  </a:txBody>
                  <a:tcPr marL="1000" marR="1000" marT="10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0"/>
                  </a:ext>
                </a:extLst>
              </a:tr>
              <a:tr h="393575">
                <a:tc rowSpan="6">
                  <a:txBody>
                    <a:bodyPr/>
                    <a:lstStyle/>
                    <a:p>
                      <a:pPr marL="0" marR="0" lvl="0" indent="0" algn="l" rtl="0">
                        <a:lnSpc>
                          <a:spcPct val="100000"/>
                        </a:lnSpc>
                        <a:spcBef>
                          <a:spcPts val="0"/>
                        </a:spcBef>
                        <a:spcAft>
                          <a:spcPts val="0"/>
                        </a:spcAft>
                        <a:buClr>
                          <a:srgbClr val="000000"/>
                        </a:buClr>
                        <a:buSzPts val="1200"/>
                        <a:buFont typeface="Arial"/>
                        <a:buNone/>
                      </a:pPr>
                      <a:r>
                        <a:rPr lang="en-GB" sz="1200" b="1" i="0" u="none" strike="noStrike" cap="none">
                          <a:solidFill>
                            <a:srgbClr val="000000"/>
                          </a:solidFill>
                          <a:latin typeface="Play"/>
                          <a:ea typeface="Play"/>
                          <a:cs typeface="Play"/>
                          <a:sym typeface="Play"/>
                        </a:rPr>
                        <a:t>Design and Technologies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u="none" strike="noStrike" cap="none">
                          <a:latin typeface="Play"/>
                          <a:ea typeface="Play"/>
                          <a:cs typeface="Play"/>
                          <a:sym typeface="Play"/>
                        </a:rPr>
                        <a:t>Investigate how people in design and technologies occupations address competing considerations, including sustainability, when designing products, services and environments for current and future use</a:t>
                      </a:r>
                      <a:endParaRPr sz="1200" b="0" i="0" u="none" strike="noStrike" cap="none">
                        <a:solidFill>
                          <a:srgbClr val="000000"/>
                        </a:solidFill>
                        <a:latin typeface="Play"/>
                        <a:ea typeface="Play"/>
                        <a:cs typeface="Play"/>
                        <a:sym typeface="Play"/>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1"/>
                  </a:ext>
                </a:extLst>
              </a:tr>
              <a:tr h="499175">
                <a:tc vMerge="1">
                  <a:txBody>
                    <a:bodyPr/>
                    <a:lstStyle/>
                    <a:p>
                      <a:endParaRPr lang="en-US"/>
                    </a:p>
                  </a:txBody>
                  <a:tcPr/>
                </a:tc>
                <a:tc>
                  <a:txBody>
                    <a:bodyPr/>
                    <a:lstStyle/>
                    <a:p>
                      <a:pPr marL="0" marR="0" lvl="0" indent="0" algn="l" rtl="0">
                        <a:spcBef>
                          <a:spcPts val="0"/>
                        </a:spcBef>
                        <a:spcAft>
                          <a:spcPts val="0"/>
                        </a:spcAft>
                        <a:buNone/>
                      </a:pPr>
                      <a:r>
                        <a:rPr lang="en-GB" sz="1200" u="none" strike="noStrike" cap="none"/>
                        <a:t>Analyse how the design and innovation of products, services, and environments can respond to changing needs, opportunities, or sustainability challenges</a:t>
                      </a:r>
                      <a:endParaRPr sz="1200" u="none" strike="noStrike" cap="none"/>
                    </a:p>
                  </a:txBody>
                  <a:tcPr marL="91450" marR="91450" marT="45725" marB="457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2"/>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Generate, test, iterate and communicate design ideas, processes and solutions using technical terms and graphical representation techniques and appropriate attributions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3"/>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make judgments on how characteristics and properties of materials, systems, components, tools, and equipment can be combined to create designed solutions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4"/>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Evaluate design ideas, processes and solutions based on functional, aesthetic, ethical, environmental, economic and social factors using evaluation criteria developed with consideration of 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5"/>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Effectively and safely use a broad range of materials, components, tools, equipment, and techniques to produce designed solutions for intended purposes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6"/>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Critical and Creative Thinking</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Pose questions to probe assumptions and investigate complex issues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7"/>
                  </a:ext>
                </a:extLst>
              </a:tr>
              <a:tr h="3084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Investigate and evaluate the strength of arguments and evidence in assessing conflicting perspectives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8"/>
                  </a:ext>
                </a:extLst>
              </a:tr>
              <a:tr h="3919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Geography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The distribution and influence of accessibility to services and facilities on people’s perceptions of the liveability of places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09"/>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strategies to create sustainable futures in relation to environmental, economic and social challenges, and explain the likely effects of these strategies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0"/>
                  </a:ext>
                </a:extLst>
              </a:tr>
              <a:tr h="393575">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Ethical Capability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Examine how problems may contain more than one ethical issue, comparing the relative significance of each issue and recognising areas of contestability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1"/>
                  </a:ext>
                </a:extLst>
              </a:tr>
              <a:tr h="393575">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Explore the extent of ethical obligation and the tension between respecting the rights of others and having a responsibility to the wider community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2"/>
                  </a:ext>
                </a:extLst>
              </a:tr>
              <a:tr h="308400">
                <a:tc rowSpan="2">
                  <a:txBody>
                    <a:bodyPr/>
                    <a:lstStyle/>
                    <a:p>
                      <a:pPr marL="0" marR="0" lvl="0" indent="0" algn="l" rtl="0">
                        <a:spcBef>
                          <a:spcPts val="0"/>
                        </a:spcBef>
                        <a:spcAft>
                          <a:spcPts val="0"/>
                        </a:spcAft>
                        <a:buNone/>
                      </a:pPr>
                      <a:r>
                        <a:rPr lang="en-GB" sz="1200" b="1" i="0" u="none" strike="noStrike" cap="none">
                          <a:solidFill>
                            <a:srgbClr val="000000"/>
                          </a:solidFill>
                          <a:latin typeface="Play"/>
                          <a:ea typeface="Play"/>
                          <a:cs typeface="Play"/>
                          <a:sym typeface="Play"/>
                        </a:rPr>
                        <a:t>Sustainability</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Analyse and evaluate the impact of decisions and actions on the sustainability of resources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3"/>
                  </a:ext>
                </a:extLst>
              </a:tr>
              <a:tr h="391900">
                <a:tc vMerge="1">
                  <a:txBody>
                    <a:bodyPr/>
                    <a:lstStyle/>
                    <a:p>
                      <a:endParaRPr lang="en-US"/>
                    </a:p>
                  </a:txBody>
                  <a:tcPr/>
                </a:tc>
                <a:tc>
                  <a:txBody>
                    <a:bodyPr/>
                    <a:lstStyle/>
                    <a:p>
                      <a:pPr marL="0" marR="0" lvl="0" indent="0" algn="l" rtl="0">
                        <a:spcBef>
                          <a:spcPts val="0"/>
                        </a:spcBef>
                        <a:spcAft>
                          <a:spcPts val="0"/>
                        </a:spcAft>
                        <a:buNone/>
                      </a:pPr>
                      <a:r>
                        <a:rPr lang="en-GB" sz="1200" b="0" i="0" u="none" strike="noStrike" cap="none">
                          <a:solidFill>
                            <a:srgbClr val="000000"/>
                          </a:solidFill>
                          <a:latin typeface="Play"/>
                          <a:ea typeface="Play"/>
                          <a:cs typeface="Play"/>
                          <a:sym typeface="Play"/>
                        </a:rPr>
                        <a:t>Reflect on how sustainable practices and worldviews influence the development of strategies that support sustainable futures</a:t>
                      </a:r>
                      <a:endParaRPr/>
                    </a:p>
                  </a:txBody>
                  <a:tcPr marL="7625" marR="7625" marT="7625"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FF">
                        <a:alpha val="60000"/>
                      </a:srgbClr>
                    </a:solidFill>
                  </a:tcPr>
                </a:tc>
                <a:extLst>
                  <a:ext uri="{0D108BD9-81ED-4DB2-BD59-A6C34878D82A}">
                    <a16:rowId xmlns:a16="http://schemas.microsoft.com/office/drawing/2014/main" val="10014"/>
                  </a:ext>
                </a:extLst>
              </a:tr>
            </a:tbl>
          </a:graphicData>
        </a:graphic>
      </p:graphicFrame>
      <p:sp>
        <p:nvSpPr>
          <p:cNvPr id="170" name="Google Shape;170;p4"/>
          <p:cNvSpPr txBox="1"/>
          <p:nvPr/>
        </p:nvSpPr>
        <p:spPr>
          <a:xfrm>
            <a:off x="2191050" y="23844"/>
            <a:ext cx="7809900" cy="1107965"/>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500"/>
              <a:buFont typeface="Arial"/>
              <a:buNone/>
            </a:pPr>
            <a:r>
              <a:rPr lang="en-GB" sz="1500" b="1">
                <a:solidFill>
                  <a:schemeClr val="dk1"/>
                </a:solidFill>
                <a:latin typeface="Arial"/>
                <a:ea typeface="Arial"/>
                <a:cs typeface="Arial"/>
                <a:sym typeface="Arial"/>
              </a:rPr>
              <a:t>LEARNING MAP</a:t>
            </a:r>
            <a:endParaRPr/>
          </a:p>
          <a:p>
            <a:pPr marL="0" marR="0" lvl="0" indent="0" algn="ctr" rtl="0">
              <a:spcBef>
                <a:spcPts val="0"/>
              </a:spcBef>
              <a:spcAft>
                <a:spcPts val="0"/>
              </a:spcAft>
              <a:buNone/>
            </a:pPr>
            <a:r>
              <a:rPr lang="en-GB" sz="1500">
                <a:solidFill>
                  <a:schemeClr val="dk1"/>
                </a:solidFill>
                <a:latin typeface="Arial"/>
                <a:ea typeface="Arial"/>
                <a:cs typeface="Arial"/>
                <a:sym typeface="Arial"/>
              </a:rPr>
              <a:t>(Depending On Student Choices)</a:t>
            </a:r>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a:p>
            <a:pPr marL="0" marR="0" lvl="0" indent="0" algn="ctr" rtl="0">
              <a:spcBef>
                <a:spcPts val="0"/>
              </a:spcBef>
              <a:spcAft>
                <a:spcPts val="0"/>
              </a:spcAft>
              <a:buClr>
                <a:schemeClr val="dk1"/>
              </a:buClr>
              <a:buSzPts val="1500"/>
              <a:buFont typeface="Arial"/>
              <a:buNone/>
            </a:pPr>
            <a:endParaRPr sz="1500" b="1">
              <a:solidFill>
                <a:schemeClr val="dk1"/>
              </a:solidFill>
              <a:latin typeface="Arial"/>
              <a:ea typeface="Arial"/>
              <a:cs typeface="Arial"/>
              <a:sym typeface="Arial"/>
            </a:endParaRPr>
          </a:p>
        </p:txBody>
      </p:sp>
      <p:grpSp>
        <p:nvGrpSpPr>
          <p:cNvPr id="171" name="Google Shape;171;p4"/>
          <p:cNvGrpSpPr/>
          <p:nvPr/>
        </p:nvGrpSpPr>
        <p:grpSpPr>
          <a:xfrm>
            <a:off x="-83523" y="0"/>
            <a:ext cx="493925" cy="6858300"/>
            <a:chOff x="-83523" y="0"/>
            <a:chExt cx="493925" cy="6858300"/>
          </a:xfrm>
        </p:grpSpPr>
        <p:sp>
          <p:nvSpPr>
            <p:cNvPr id="172" name="Google Shape;172;p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3" name="Google Shape;173;p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4" name="Google Shape;174;p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5" name="Google Shape;175;p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6" name="Google Shape;176;p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77" name="Google Shape;177;p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78" name="Google Shape;178;p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79" name="Google Shape;179;p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80" name="Google Shape;180;p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81" name="Google Shape;181;p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5"/>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87" name="Google Shape;187;p5"/>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188" name="Google Shape;188;p5"/>
          <p:cNvGraphicFramePr/>
          <p:nvPr/>
        </p:nvGraphicFramePr>
        <p:xfrm>
          <a:off x="659422" y="507019"/>
          <a:ext cx="11289325" cy="6030100"/>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B903B"/>
                    </a:solidFill>
                  </a:tcPr>
                </a:tc>
                <a:extLst>
                  <a:ext uri="{0D108BD9-81ED-4DB2-BD59-A6C34878D82A}">
                    <a16:rowId xmlns:a16="http://schemas.microsoft.com/office/drawing/2014/main" val="1000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3"/>
                  </a:ext>
                </a:extLst>
              </a:tr>
              <a:tr h="5105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4"/>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73A332"/>
                    </a:solidFill>
                  </a:tcPr>
                </a:tc>
                <a:extLst>
                  <a:ext uri="{0D108BD9-81ED-4DB2-BD59-A6C34878D82A}">
                    <a16:rowId xmlns:a16="http://schemas.microsoft.com/office/drawing/2014/main" val="10005"/>
                  </a:ext>
                </a:extLst>
              </a:tr>
              <a:tr h="3708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6"/>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7"/>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8"/>
                  </a:ext>
                </a:extLst>
              </a:tr>
              <a:tr h="370850">
                <a:tc>
                  <a:txBody>
                    <a:bodyPr/>
                    <a:lstStyle/>
                    <a:p>
                      <a:pPr marL="0" marR="0" lvl="0" indent="0" algn="ctr"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44484"/>
                    </a:solidFill>
                  </a:tcPr>
                </a:tc>
                <a:extLst>
                  <a:ext uri="{0D108BD9-81ED-4DB2-BD59-A6C34878D82A}">
                    <a16:rowId xmlns:a16="http://schemas.microsoft.com/office/drawing/2014/main" val="10009"/>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8FA0"/>
                    </a:solidFill>
                  </a:tcPr>
                </a:tc>
                <a:extLst>
                  <a:ext uri="{0D108BD9-81ED-4DB2-BD59-A6C34878D82A}">
                    <a16:rowId xmlns:a16="http://schemas.microsoft.com/office/drawing/2014/main" val="10010"/>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1"/>
                  </a:ext>
                </a:extLst>
              </a:tr>
              <a:tr h="510550">
                <a:tc>
                  <a:txBody>
                    <a:bodyPr/>
                    <a:lstStyle/>
                    <a:p>
                      <a:pPr marL="0" marR="0" lvl="0" indent="0" algn="ctr" rtl="0">
                        <a:spcBef>
                          <a:spcPts val="0"/>
                        </a:spcBef>
                        <a:spcAft>
                          <a:spcPts val="0"/>
                        </a:spcAft>
                        <a:buNone/>
                      </a:pPr>
                      <a:r>
                        <a:rPr lang="en-GB" sz="1000" b="0" i="0" u="none" strike="noStrike" cap="none">
                          <a:solidFill>
                            <a:srgbClr val="000000"/>
                          </a:solidFill>
                          <a:latin typeface="Arial"/>
                          <a:ea typeface="Arial"/>
                          <a:cs typeface="Arial"/>
                          <a:sym typeface="Arial"/>
                        </a:rPr>
                        <a:t>Generating &amp; Designing</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Model Making (Architectural Model)</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incomplete, lacks detail, or is poorly constructed</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constructed but lacks refinement or accurate proportions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Well-constructed model demonstrating scale, proportion, and key architectural features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Model is highly detailed, professionally presented, using high-quality materials and demonstrating advanced techniques</a:t>
                      </a:r>
                      <a:endParaRPr sz="1300"/>
                    </a:p>
                  </a:txBody>
                  <a:tcPr marL="7625" marR="7625" marT="76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006385"/>
                    </a:solidFill>
                  </a:tcPr>
                </a:tc>
                <a:extLst>
                  <a:ext uri="{0D108BD9-81ED-4DB2-BD59-A6C34878D82A}">
                    <a16:rowId xmlns:a16="http://schemas.microsoft.com/office/drawing/2014/main" val="10012"/>
                  </a:ext>
                </a:extLst>
              </a:tr>
              <a:tr h="510550">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EC400"/>
                    </a:solidFill>
                  </a:tcPr>
                </a:tc>
                <a:extLst>
                  <a:ext uri="{0D108BD9-81ED-4DB2-BD59-A6C34878D82A}">
                    <a16:rowId xmlns:a16="http://schemas.microsoft.com/office/drawing/2014/main" val="10013"/>
                  </a:ext>
                </a:extLst>
              </a:tr>
            </a:tbl>
          </a:graphicData>
        </a:graphic>
      </p:graphicFrame>
      <p:grpSp>
        <p:nvGrpSpPr>
          <p:cNvPr id="189" name="Google Shape;189;p5"/>
          <p:cNvGrpSpPr/>
          <p:nvPr/>
        </p:nvGrpSpPr>
        <p:grpSpPr>
          <a:xfrm>
            <a:off x="-83523" y="0"/>
            <a:ext cx="493925" cy="6858300"/>
            <a:chOff x="-83523" y="0"/>
            <a:chExt cx="493925" cy="6858300"/>
          </a:xfrm>
        </p:grpSpPr>
        <p:sp>
          <p:nvSpPr>
            <p:cNvPr id="190" name="Google Shape;190;p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1" name="Google Shape;191;p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2" name="Google Shape;192;p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3" name="Google Shape;193;p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4" name="Google Shape;194;p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195" name="Google Shape;195;p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196" name="Google Shape;196;p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197" name="Google Shape;197;p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198" name="Google Shape;198;p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199" name="Google Shape;199;p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6"/>
          <p:cNvSpPr/>
          <p:nvPr/>
        </p:nvSpPr>
        <p:spPr>
          <a:xfrm>
            <a:off x="254001" y="0"/>
            <a:ext cx="11937834"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5" name="Google Shape;205;p6"/>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06" name="Google Shape;206;p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07" name="Google Shape;207;p6"/>
          <p:cNvSpPr txBox="1"/>
          <p:nvPr/>
        </p:nvSpPr>
        <p:spPr>
          <a:xfrm>
            <a:off x="5586553" y="292627"/>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Explore Solarpunk</a:t>
            </a:r>
            <a:endParaRPr sz="2133" b="1">
              <a:solidFill>
                <a:schemeClr val="dk1"/>
              </a:solidFill>
              <a:latin typeface="Arial"/>
              <a:ea typeface="Arial"/>
              <a:cs typeface="Arial"/>
              <a:sym typeface="Arial"/>
            </a:endParaRPr>
          </a:p>
        </p:txBody>
      </p:sp>
      <p:sp>
        <p:nvSpPr>
          <p:cNvPr id="208" name="Google Shape;208;p6"/>
          <p:cNvSpPr txBox="1"/>
          <p:nvPr/>
        </p:nvSpPr>
        <p:spPr>
          <a:xfrm>
            <a:off x="619723" y="794236"/>
            <a:ext cx="2865931" cy="398961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dirty="0">
                <a:solidFill>
                  <a:srgbClr val="333333"/>
                </a:solidFill>
                <a:latin typeface="Arial"/>
                <a:ea typeface="Arial"/>
                <a:cs typeface="Arial"/>
                <a:sym typeface="Arial"/>
              </a:rPr>
              <a:t>Explore the concept of </a:t>
            </a:r>
            <a:r>
              <a:rPr lang="en-GB" sz="1333" dirty="0" err="1">
                <a:solidFill>
                  <a:srgbClr val="333333"/>
                </a:solidFill>
                <a:latin typeface="Arial"/>
                <a:ea typeface="Arial"/>
                <a:cs typeface="Arial"/>
                <a:sym typeface="Arial"/>
              </a:rPr>
              <a:t>Solarpunk</a:t>
            </a:r>
            <a:r>
              <a:rPr lang="en-GB" sz="1333" dirty="0">
                <a:solidFill>
                  <a:srgbClr val="333333"/>
                </a:solidFill>
                <a:latin typeface="Arial"/>
                <a:ea typeface="Arial"/>
                <a:cs typeface="Arial"/>
                <a:sym typeface="Arial"/>
              </a:rPr>
              <a:t> online and try to identify key themes in this hopeful vision of a sustainable future.</a:t>
            </a:r>
            <a:endParaRPr sz="1333" dirty="0">
              <a:solidFill>
                <a:schemeClr val="dk1"/>
              </a:solidFill>
              <a:latin typeface="Arial"/>
              <a:ea typeface="Arial"/>
              <a:cs typeface="Arial"/>
              <a:sym typeface="Arial"/>
            </a:endParaRPr>
          </a:p>
          <a:p>
            <a:pPr marL="0" marR="0" lvl="0" indent="0" algn="l" rtl="0">
              <a:spcBef>
                <a:spcPts val="0"/>
              </a:spcBef>
              <a:spcAft>
                <a:spcPts val="0"/>
              </a:spcAft>
              <a:buNone/>
            </a:pPr>
            <a:br>
              <a:rPr lang="en-GB" sz="1333" dirty="0">
                <a:solidFill>
                  <a:schemeClr val="dk1"/>
                </a:solidFill>
                <a:latin typeface="Arial"/>
                <a:ea typeface="Arial"/>
                <a:cs typeface="Arial"/>
                <a:sym typeface="Arial"/>
              </a:rPr>
            </a:br>
            <a:r>
              <a:rPr lang="en-GB" sz="1333" b="1" dirty="0">
                <a:solidFill>
                  <a:srgbClr val="333333"/>
                </a:solidFill>
                <a:latin typeface="Arial"/>
                <a:ea typeface="Arial"/>
                <a:cs typeface="Arial"/>
                <a:sym typeface="Arial"/>
              </a:rPr>
              <a:t>Choose one </a:t>
            </a:r>
            <a:r>
              <a:rPr lang="en-GB" sz="1333" b="1" dirty="0" err="1">
                <a:solidFill>
                  <a:srgbClr val="333333"/>
                </a:solidFill>
                <a:latin typeface="Arial"/>
                <a:ea typeface="Arial"/>
                <a:cs typeface="Arial"/>
                <a:sym typeface="Arial"/>
              </a:rPr>
              <a:t>solarpunk</a:t>
            </a:r>
            <a:r>
              <a:rPr lang="en-GB" sz="1333" b="1" dirty="0">
                <a:solidFill>
                  <a:srgbClr val="333333"/>
                </a:solidFill>
                <a:latin typeface="Arial"/>
                <a:ea typeface="Arial"/>
                <a:cs typeface="Arial"/>
                <a:sym typeface="Arial"/>
              </a:rPr>
              <a:t> image </a:t>
            </a:r>
            <a:r>
              <a:rPr lang="en-GB" sz="1333" dirty="0">
                <a:solidFill>
                  <a:srgbClr val="333333"/>
                </a:solidFill>
                <a:latin typeface="Arial"/>
                <a:ea typeface="Arial"/>
                <a:cs typeface="Arial"/>
                <a:sym typeface="Arial"/>
              </a:rPr>
              <a:t>that you think could help to address the issues futures cities are facing, paste it in the space provided</a:t>
            </a:r>
            <a:endParaRPr sz="1333" dirty="0">
              <a:solidFill>
                <a:schemeClr val="dk1"/>
              </a:solidFill>
              <a:latin typeface="Arial"/>
              <a:ea typeface="Arial"/>
              <a:cs typeface="Arial"/>
              <a:sym typeface="Arial"/>
            </a:endParaRPr>
          </a:p>
          <a:p>
            <a:pPr marL="0" marR="0" lvl="0" indent="0" algn="l" rtl="0">
              <a:spcBef>
                <a:spcPts val="0"/>
              </a:spcBef>
              <a:spcAft>
                <a:spcPts val="0"/>
              </a:spcAft>
              <a:buNone/>
            </a:pPr>
            <a:br>
              <a:rPr lang="en-GB" sz="1333" dirty="0">
                <a:solidFill>
                  <a:schemeClr val="dk1"/>
                </a:solidFill>
                <a:latin typeface="Arial"/>
                <a:ea typeface="Arial"/>
                <a:cs typeface="Arial"/>
                <a:sym typeface="Arial"/>
              </a:rPr>
            </a:br>
            <a:r>
              <a:rPr lang="en-GB" sz="1333" dirty="0">
                <a:solidFill>
                  <a:srgbClr val="333333"/>
                </a:solidFill>
                <a:latin typeface="Arial"/>
                <a:ea typeface="Arial"/>
                <a:cs typeface="Arial"/>
                <a:sym typeface="Arial"/>
              </a:rPr>
              <a:t>Annotate it, labelling all of the important elements that you think could be applied to a future version of Melbourne.</a:t>
            </a:r>
            <a:endParaRPr sz="1333" dirty="0">
              <a:solidFill>
                <a:schemeClr val="dk1"/>
              </a:solidFill>
              <a:latin typeface="Arial"/>
              <a:ea typeface="Arial"/>
              <a:cs typeface="Arial"/>
              <a:sym typeface="Arial"/>
            </a:endParaRPr>
          </a:p>
          <a:p>
            <a:pPr marL="0" marR="0" lvl="0" indent="0" algn="ctr" rtl="0">
              <a:spcBef>
                <a:spcPts val="0"/>
              </a:spcBef>
              <a:spcAft>
                <a:spcPts val="0"/>
              </a:spcAft>
              <a:buNone/>
            </a:pPr>
            <a:br>
              <a:rPr lang="en-GB" sz="1333" dirty="0">
                <a:solidFill>
                  <a:schemeClr val="dk1"/>
                </a:solidFill>
                <a:latin typeface="Arial"/>
                <a:ea typeface="Arial"/>
                <a:cs typeface="Arial"/>
                <a:sym typeface="Arial"/>
              </a:rPr>
            </a:br>
            <a:r>
              <a:rPr lang="en-GB" sz="1333" u="sng" dirty="0">
                <a:solidFill>
                  <a:srgbClr val="0097A7"/>
                </a:solidFill>
                <a:latin typeface="Arial"/>
                <a:ea typeface="Arial"/>
                <a:cs typeface="Arial"/>
                <a:sym typeface="Arial"/>
                <a:hlinkClick r:id="rId3">
                  <a:extLst>
                    <a:ext uri="{A12FA001-AC4F-418D-AE19-62706E023703}">
                      <ahyp:hlinkClr xmlns:ahyp="http://schemas.microsoft.com/office/drawing/2018/hyperlinkcolor" val="tx"/>
                    </a:ext>
                  </a:extLst>
                </a:hlinkClick>
              </a:rPr>
              <a:t>Examples of </a:t>
            </a:r>
            <a:r>
              <a:rPr lang="en-GB" sz="1333" u="sng" dirty="0" err="1">
                <a:solidFill>
                  <a:srgbClr val="0097A7"/>
                </a:solidFill>
                <a:latin typeface="Arial"/>
                <a:ea typeface="Arial"/>
                <a:cs typeface="Arial"/>
                <a:sym typeface="Arial"/>
                <a:hlinkClick r:id="rId3">
                  <a:extLst>
                    <a:ext uri="{A12FA001-AC4F-418D-AE19-62706E023703}">
                      <ahyp:hlinkClr xmlns:ahyp="http://schemas.microsoft.com/office/drawing/2018/hyperlinkcolor" val="tx"/>
                    </a:ext>
                  </a:extLst>
                </a:hlinkClick>
              </a:rPr>
              <a:t>Solarpunk</a:t>
            </a:r>
            <a:endParaRPr sz="1333" dirty="0">
              <a:solidFill>
                <a:schemeClr val="dk1"/>
              </a:solidFill>
              <a:latin typeface="Arial"/>
              <a:ea typeface="Arial"/>
              <a:cs typeface="Arial"/>
              <a:sym typeface="Arial"/>
            </a:endParaRPr>
          </a:p>
          <a:p>
            <a:pPr marL="0" marR="0" lvl="0" indent="0" algn="l" rtl="0">
              <a:spcBef>
                <a:spcPts val="0"/>
              </a:spcBef>
              <a:spcAft>
                <a:spcPts val="0"/>
              </a:spcAft>
              <a:buNone/>
            </a:pPr>
            <a:br>
              <a:rPr lang="en-GB" sz="1333" dirty="0">
                <a:solidFill>
                  <a:schemeClr val="dk1"/>
                </a:solidFill>
                <a:latin typeface="Arial"/>
                <a:ea typeface="Arial"/>
                <a:cs typeface="Arial"/>
                <a:sym typeface="Arial"/>
              </a:rPr>
            </a:br>
            <a:r>
              <a:rPr lang="en-GB" sz="1333" dirty="0">
                <a:solidFill>
                  <a:schemeClr val="dk1"/>
                </a:solidFill>
                <a:latin typeface="Arial"/>
                <a:ea typeface="Arial"/>
                <a:cs typeface="Arial"/>
                <a:sym typeface="Arial"/>
              </a:rPr>
              <a:t>. </a:t>
            </a:r>
            <a:endParaRPr dirty="0"/>
          </a:p>
          <a:p>
            <a:pPr marL="0" marR="0" lvl="0" indent="0" algn="l" rtl="0">
              <a:spcBef>
                <a:spcPts val="0"/>
              </a:spcBef>
              <a:spcAft>
                <a:spcPts val="0"/>
              </a:spcAft>
              <a:buNone/>
            </a:pPr>
            <a:endParaRPr sz="1333" dirty="0">
              <a:solidFill>
                <a:schemeClr val="dk1"/>
              </a:solidFill>
              <a:latin typeface="Arial"/>
              <a:ea typeface="Arial"/>
              <a:cs typeface="Arial"/>
              <a:sym typeface="Arial"/>
            </a:endParaRPr>
          </a:p>
        </p:txBody>
      </p:sp>
      <p:sp>
        <p:nvSpPr>
          <p:cNvPr id="209" name="Google Shape;209;p6"/>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10" name="Google Shape;210;p6"/>
          <p:cNvSpPr/>
          <p:nvPr/>
        </p:nvSpPr>
        <p:spPr>
          <a:xfrm>
            <a:off x="6604789" y="2049670"/>
            <a:ext cx="2646901" cy="2906644"/>
          </a:xfrm>
          <a:prstGeom prst="rect">
            <a:avLst/>
          </a:prstGeom>
          <a:solidFill>
            <a:schemeClr val="lt1"/>
          </a:solidFill>
          <a:ln w="19050" cap="flat" cmpd="sng">
            <a:solidFill>
              <a:srgbClr val="082836"/>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11" name="Google Shape;211;p6"/>
          <p:cNvSpPr txBox="1"/>
          <p:nvPr/>
        </p:nvSpPr>
        <p:spPr>
          <a:xfrm>
            <a:off x="7008669" y="2858585"/>
            <a:ext cx="1760329" cy="1241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67" b="1">
                <a:solidFill>
                  <a:srgbClr val="BFBFBF"/>
                </a:solidFill>
                <a:latin typeface="Arial"/>
                <a:ea typeface="Arial"/>
                <a:cs typeface="Arial"/>
                <a:sym typeface="Arial"/>
              </a:rPr>
              <a:t>Paste </a:t>
            </a:r>
            <a:endParaRPr/>
          </a:p>
          <a:p>
            <a:pPr marL="0" marR="0" lvl="0" indent="0" algn="ctr" rtl="0">
              <a:spcBef>
                <a:spcPts val="0"/>
              </a:spcBef>
              <a:spcAft>
                <a:spcPts val="0"/>
              </a:spcAft>
              <a:buNone/>
            </a:pPr>
            <a:r>
              <a:rPr lang="en-GB" sz="1867" b="1">
                <a:solidFill>
                  <a:srgbClr val="BFBFBF"/>
                </a:solidFill>
                <a:latin typeface="Arial"/>
                <a:ea typeface="Arial"/>
                <a:cs typeface="Arial"/>
                <a:sym typeface="Arial"/>
              </a:rPr>
              <a:t>Favourite </a:t>
            </a:r>
            <a:endParaRPr/>
          </a:p>
          <a:p>
            <a:pPr marL="0" marR="0" lvl="0" indent="0" algn="ctr" rtl="0">
              <a:spcBef>
                <a:spcPts val="0"/>
              </a:spcBef>
              <a:spcAft>
                <a:spcPts val="0"/>
              </a:spcAft>
              <a:buNone/>
            </a:pPr>
            <a:r>
              <a:rPr lang="en-GB" sz="1867" b="1" i="1">
                <a:solidFill>
                  <a:srgbClr val="595959"/>
                </a:solidFill>
                <a:latin typeface="Arial"/>
                <a:ea typeface="Arial"/>
                <a:cs typeface="Arial"/>
                <a:sym typeface="Arial"/>
              </a:rPr>
              <a:t>Solarpunk</a:t>
            </a:r>
            <a:r>
              <a:rPr lang="en-GB" sz="1867" b="1">
                <a:solidFill>
                  <a:srgbClr val="BFBFBF"/>
                </a:solidFill>
                <a:latin typeface="Arial"/>
                <a:ea typeface="Arial"/>
                <a:cs typeface="Arial"/>
                <a:sym typeface="Arial"/>
              </a:rPr>
              <a:t> </a:t>
            </a:r>
            <a:endParaRPr/>
          </a:p>
          <a:p>
            <a:pPr marL="0" marR="0" lvl="0" indent="0" algn="ctr" rtl="0">
              <a:spcBef>
                <a:spcPts val="0"/>
              </a:spcBef>
              <a:spcAft>
                <a:spcPts val="0"/>
              </a:spcAft>
              <a:buNone/>
            </a:pPr>
            <a:r>
              <a:rPr lang="en-GB" sz="1867" b="1">
                <a:solidFill>
                  <a:srgbClr val="BFBFBF"/>
                </a:solidFill>
                <a:latin typeface="Arial"/>
                <a:ea typeface="Arial"/>
                <a:cs typeface="Arial"/>
                <a:sym typeface="Arial"/>
              </a:rPr>
              <a:t>Image Here</a:t>
            </a:r>
            <a:endParaRPr sz="2400">
              <a:solidFill>
                <a:schemeClr val="dk1"/>
              </a:solidFill>
              <a:latin typeface="Arial"/>
              <a:ea typeface="Arial"/>
              <a:cs typeface="Arial"/>
              <a:sym typeface="Arial"/>
            </a:endParaRPr>
          </a:p>
        </p:txBody>
      </p:sp>
      <p:sp>
        <p:nvSpPr>
          <p:cNvPr id="212" name="Google Shape;212;p6"/>
          <p:cNvSpPr/>
          <p:nvPr/>
        </p:nvSpPr>
        <p:spPr>
          <a:xfrm>
            <a:off x="10407845" y="1022599"/>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dk1"/>
                </a:solidFill>
                <a:latin typeface="Arial"/>
                <a:ea typeface="Arial"/>
                <a:cs typeface="Arial"/>
                <a:sym typeface="Arial"/>
              </a:rPr>
              <a:t>rocks</a:t>
            </a:r>
            <a:endParaRPr sz="2400" dirty="0">
              <a:solidFill>
                <a:schemeClr val="dk1"/>
              </a:solidFill>
              <a:latin typeface="Arial"/>
              <a:ea typeface="Arial"/>
              <a:cs typeface="Arial"/>
              <a:sym typeface="Arial"/>
            </a:endParaRPr>
          </a:p>
        </p:txBody>
      </p:sp>
      <p:sp>
        <p:nvSpPr>
          <p:cNvPr id="213" name="Google Shape;213;p6"/>
          <p:cNvSpPr/>
          <p:nvPr/>
        </p:nvSpPr>
        <p:spPr>
          <a:xfrm flipH="1">
            <a:off x="4150619" y="963172"/>
            <a:ext cx="1435934"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51218" y="12461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dk1"/>
                </a:solidFill>
                <a:latin typeface="Arial"/>
                <a:ea typeface="Arial"/>
                <a:cs typeface="Arial"/>
                <a:sym typeface="Arial"/>
              </a:rPr>
              <a:t>greenery</a:t>
            </a:r>
            <a:endParaRPr sz="2400" dirty="0">
              <a:solidFill>
                <a:schemeClr val="dk1"/>
              </a:solidFill>
              <a:latin typeface="Arial"/>
              <a:ea typeface="Arial"/>
              <a:cs typeface="Arial"/>
              <a:sym typeface="Arial"/>
            </a:endParaRPr>
          </a:p>
        </p:txBody>
      </p:sp>
      <p:sp>
        <p:nvSpPr>
          <p:cNvPr id="214" name="Google Shape;214;p6"/>
          <p:cNvSpPr/>
          <p:nvPr/>
        </p:nvSpPr>
        <p:spPr>
          <a:xfrm flipH="1">
            <a:off x="4150619" y="297931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347" y="61436"/>
                </a:moveTo>
                <a:lnTo>
                  <a:pt x="-146870" y="62320"/>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dk1"/>
                </a:solidFill>
                <a:latin typeface="Arial"/>
                <a:ea typeface="Arial"/>
                <a:cs typeface="Arial"/>
                <a:sym typeface="Arial"/>
              </a:rPr>
              <a:t>2 big towers</a:t>
            </a:r>
            <a:endParaRPr sz="2400" dirty="0">
              <a:solidFill>
                <a:schemeClr val="dk1"/>
              </a:solidFill>
              <a:latin typeface="Arial"/>
              <a:ea typeface="Arial"/>
              <a:cs typeface="Arial"/>
              <a:sym typeface="Arial"/>
            </a:endParaRPr>
          </a:p>
        </p:txBody>
      </p:sp>
      <p:sp>
        <p:nvSpPr>
          <p:cNvPr id="215" name="Google Shape;215;p6"/>
          <p:cNvSpPr/>
          <p:nvPr/>
        </p:nvSpPr>
        <p:spPr>
          <a:xfrm>
            <a:off x="4107547"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40435" y="64032"/>
                </a:moveTo>
                <a:lnTo>
                  <a:pt x="267043" y="-12956"/>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dk1"/>
                </a:solidFill>
                <a:latin typeface="Arial"/>
                <a:ea typeface="Arial"/>
                <a:cs typeface="Arial"/>
                <a:sym typeface="Arial"/>
              </a:rPr>
              <a:t>trees</a:t>
            </a:r>
            <a:endParaRPr sz="2400" dirty="0">
              <a:solidFill>
                <a:schemeClr val="dk1"/>
              </a:solidFill>
              <a:latin typeface="Arial"/>
              <a:ea typeface="Arial"/>
              <a:cs typeface="Arial"/>
              <a:sym typeface="Arial"/>
            </a:endParaRPr>
          </a:p>
        </p:txBody>
      </p:sp>
      <p:sp>
        <p:nvSpPr>
          <p:cNvPr id="216" name="Google Shape;216;p6"/>
          <p:cNvSpPr/>
          <p:nvPr/>
        </p:nvSpPr>
        <p:spPr>
          <a:xfrm flipH="1">
            <a:off x="10489951" y="5345121"/>
            <a:ext cx="1364592"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7827" y="51053"/>
                </a:moveTo>
                <a:lnTo>
                  <a:pt x="240086" y="-11659"/>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tx1"/>
                </a:solidFill>
                <a:latin typeface="Arial"/>
                <a:ea typeface="Arial"/>
                <a:cs typeface="Arial"/>
                <a:sym typeface="Arial"/>
              </a:rPr>
              <a:t>stacked</a:t>
            </a:r>
            <a:endParaRPr sz="2400" dirty="0">
              <a:solidFill>
                <a:schemeClr val="tx1"/>
              </a:solidFill>
              <a:latin typeface="Arial"/>
              <a:ea typeface="Arial"/>
              <a:cs typeface="Arial"/>
              <a:sym typeface="Arial"/>
            </a:endParaRPr>
          </a:p>
        </p:txBody>
      </p:sp>
      <p:sp>
        <p:nvSpPr>
          <p:cNvPr id="217" name="Google Shape;217;p6"/>
          <p:cNvSpPr/>
          <p:nvPr/>
        </p:nvSpPr>
        <p:spPr>
          <a:xfrm flipH="1">
            <a:off x="10489951" y="303219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39566" y="56245"/>
                </a:moveTo>
                <a:lnTo>
                  <a:pt x="264433" y="54532"/>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dk1"/>
                </a:solidFill>
                <a:latin typeface="Arial"/>
                <a:ea typeface="Arial"/>
                <a:cs typeface="Arial"/>
                <a:sym typeface="Arial"/>
              </a:rPr>
              <a:t>moss</a:t>
            </a:r>
            <a:endParaRPr sz="2400" dirty="0">
              <a:solidFill>
                <a:schemeClr val="dk1"/>
              </a:solidFill>
              <a:latin typeface="Arial"/>
              <a:ea typeface="Arial"/>
              <a:cs typeface="Arial"/>
              <a:sym typeface="Arial"/>
            </a:endParaRPr>
          </a:p>
        </p:txBody>
      </p:sp>
      <p:sp>
        <p:nvSpPr>
          <p:cNvPr id="218" name="Google Shape;218;p6"/>
          <p:cNvSpPr/>
          <p:nvPr/>
        </p:nvSpPr>
        <p:spPr>
          <a:xfrm flipH="1">
            <a:off x="7279232" y="5345121"/>
            <a:ext cx="1219200"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57035" y="-20329"/>
                </a:moveTo>
                <a:lnTo>
                  <a:pt x="55142" y="-101964"/>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dk1"/>
                </a:solidFill>
                <a:latin typeface="Arial"/>
                <a:ea typeface="Arial"/>
                <a:cs typeface="Arial"/>
                <a:sym typeface="Arial"/>
              </a:rPr>
              <a:t>sky</a:t>
            </a:r>
            <a:endParaRPr sz="2400" dirty="0">
              <a:solidFill>
                <a:schemeClr val="dk1"/>
              </a:solidFill>
              <a:latin typeface="Arial"/>
              <a:ea typeface="Arial"/>
              <a:cs typeface="Arial"/>
              <a:sym typeface="Arial"/>
            </a:endParaRPr>
          </a:p>
        </p:txBody>
      </p:sp>
      <p:sp>
        <p:nvSpPr>
          <p:cNvPr id="219" name="Google Shape;219;p6"/>
          <p:cNvSpPr/>
          <p:nvPr/>
        </p:nvSpPr>
        <p:spPr>
          <a:xfrm>
            <a:off x="7023069" y="880696"/>
            <a:ext cx="1810339" cy="816864"/>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60436" y="136712"/>
                </a:moveTo>
                <a:lnTo>
                  <a:pt x="61229" y="208225"/>
                </a:lnTo>
              </a:path>
            </a:pathLst>
          </a:custGeom>
          <a:solidFill>
            <a:schemeClr val="lt1"/>
          </a:solidFill>
          <a:ln w="1905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AU" sz="2400" dirty="0">
                <a:solidFill>
                  <a:schemeClr val="tx1"/>
                </a:solidFill>
                <a:latin typeface="Arial"/>
                <a:ea typeface="Arial"/>
                <a:cs typeface="Arial"/>
                <a:sym typeface="Arial"/>
              </a:rPr>
              <a:t>No electricity</a:t>
            </a:r>
            <a:endParaRPr sz="2400" dirty="0">
              <a:solidFill>
                <a:schemeClr val="tx1"/>
              </a:solidFill>
              <a:latin typeface="Arial"/>
              <a:ea typeface="Arial"/>
              <a:cs typeface="Arial"/>
              <a:sym typeface="Arial"/>
            </a:endParaRPr>
          </a:p>
        </p:txBody>
      </p:sp>
      <p:grpSp>
        <p:nvGrpSpPr>
          <p:cNvPr id="220" name="Google Shape;220;p6"/>
          <p:cNvGrpSpPr/>
          <p:nvPr/>
        </p:nvGrpSpPr>
        <p:grpSpPr>
          <a:xfrm>
            <a:off x="-83523" y="0"/>
            <a:ext cx="493925" cy="6858300"/>
            <a:chOff x="-83523" y="0"/>
            <a:chExt cx="493925" cy="6858300"/>
          </a:xfrm>
        </p:grpSpPr>
        <p:sp>
          <p:nvSpPr>
            <p:cNvPr id="221" name="Google Shape;221;p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2" name="Google Shape;222;p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3" name="Google Shape;223;p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4" name="Google Shape;224;p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5" name="Google Shape;225;p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26" name="Google Shape;226;p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27" name="Google Shape;227;p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28" name="Google Shape;228;p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29" name="Google Shape;229;p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30" name="Google Shape;230;p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1026" name="Picture 2" descr="Solarpunk | Aesthetics Wiki | Fandom">
            <a:extLst>
              <a:ext uri="{FF2B5EF4-FFF2-40B4-BE49-F238E27FC236}">
                <a16:creationId xmlns:a16="http://schemas.microsoft.com/office/drawing/2014/main" id="{54735CF4-01FF-7DB7-54AA-082DE2F225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9213" y="1967201"/>
            <a:ext cx="2646901" cy="29066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7"/>
          <p:cNvSpPr/>
          <p:nvPr/>
        </p:nvSpPr>
        <p:spPr>
          <a:xfrm>
            <a:off x="320353" y="0"/>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36" name="Google Shape;236;p7"/>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37" name="Google Shape;237;p7"/>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238" name="Google Shape;238;p7"/>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Future Challenges</a:t>
            </a:r>
            <a:endParaRPr sz="2000" b="1">
              <a:solidFill>
                <a:schemeClr val="lt1"/>
              </a:solidFill>
              <a:latin typeface="Arial"/>
              <a:ea typeface="Arial"/>
              <a:cs typeface="Arial"/>
              <a:sym typeface="Arial"/>
            </a:endParaRPr>
          </a:p>
        </p:txBody>
      </p:sp>
      <p:sp>
        <p:nvSpPr>
          <p:cNvPr id="239" name="Google Shape;239;p7"/>
          <p:cNvSpPr txBox="1"/>
          <p:nvPr/>
        </p:nvSpPr>
        <p:spPr>
          <a:xfrm>
            <a:off x="669763" y="849170"/>
            <a:ext cx="2802749" cy="27535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1330"/>
              <a:buFont typeface="Arial"/>
              <a:buNone/>
            </a:pPr>
            <a:r>
              <a:rPr lang="en-GB" sz="1330">
                <a:solidFill>
                  <a:srgbClr val="000000"/>
                </a:solidFill>
                <a:latin typeface="Arial"/>
                <a:ea typeface="Arial"/>
                <a:cs typeface="Arial"/>
                <a:sym typeface="Arial"/>
              </a:rPr>
              <a:t>Reflect on the suggested challenges facing your town's future and provide detailed explanations on why you think these issues will be challenging to tackle.</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r>
              <a:rPr lang="en-GB" sz="1330">
                <a:solidFill>
                  <a:srgbClr val="000000"/>
                </a:solidFill>
                <a:latin typeface="Arial"/>
                <a:ea typeface="Arial"/>
                <a:cs typeface="Arial"/>
                <a:sym typeface="Arial"/>
              </a:rPr>
              <a:t>Feel free to explore as many concepts as you wish before deciding on a specific area to concentrate on during the subsequent stages of the design process.</a:t>
            </a:r>
            <a:endParaRPr/>
          </a:p>
          <a:p>
            <a:pPr marL="0" marR="0" lvl="0" indent="0" algn="l" rtl="0">
              <a:spcBef>
                <a:spcPts val="0"/>
              </a:spcBef>
              <a:spcAft>
                <a:spcPts val="0"/>
              </a:spcAft>
              <a:buClr>
                <a:srgbClr val="000000"/>
              </a:buClr>
              <a:buSzPts val="1330"/>
              <a:buFont typeface="Arial"/>
              <a:buNone/>
            </a:pPr>
            <a:br>
              <a:rPr lang="en-GB" sz="1330">
                <a:solidFill>
                  <a:srgbClr val="000000"/>
                </a:solidFill>
                <a:latin typeface="Arial"/>
                <a:ea typeface="Arial"/>
                <a:cs typeface="Arial"/>
                <a:sym typeface="Arial"/>
              </a:rPr>
            </a:br>
            <a:endParaRPr sz="1333">
              <a:solidFill>
                <a:schemeClr val="dk1"/>
              </a:solidFill>
              <a:latin typeface="Arial"/>
              <a:ea typeface="Arial"/>
              <a:cs typeface="Arial"/>
              <a:sym typeface="Arial"/>
            </a:endParaRPr>
          </a:p>
        </p:txBody>
      </p:sp>
      <p:graphicFrame>
        <p:nvGraphicFramePr>
          <p:cNvPr id="240" name="Google Shape;240;p7"/>
          <p:cNvGraphicFramePr/>
          <p:nvPr>
            <p:extLst>
              <p:ext uri="{D42A27DB-BD31-4B8C-83A1-F6EECF244321}">
                <p14:modId xmlns:p14="http://schemas.microsoft.com/office/powerpoint/2010/main" val="2618266581"/>
              </p:ext>
            </p:extLst>
          </p:nvPr>
        </p:nvGraphicFramePr>
        <p:xfrm>
          <a:off x="3947745" y="720658"/>
          <a:ext cx="7675975" cy="5846125"/>
        </p:xfrm>
        <a:graphic>
          <a:graphicData uri="http://schemas.openxmlformats.org/drawingml/2006/table">
            <a:tbl>
              <a:tblPr>
                <a:noFill/>
                <a:tableStyleId>{7FB279D3-E1D9-4619-B171-F6227F3B06D3}</a:tableStyleId>
              </a:tblPr>
              <a:tblGrid>
                <a:gridCol w="1362800">
                  <a:extLst>
                    <a:ext uri="{9D8B030D-6E8A-4147-A177-3AD203B41FA5}">
                      <a16:colId xmlns:a16="http://schemas.microsoft.com/office/drawing/2014/main" val="20000"/>
                    </a:ext>
                  </a:extLst>
                </a:gridCol>
                <a:gridCol w="2743950">
                  <a:extLst>
                    <a:ext uri="{9D8B030D-6E8A-4147-A177-3AD203B41FA5}">
                      <a16:colId xmlns:a16="http://schemas.microsoft.com/office/drawing/2014/main" val="20001"/>
                    </a:ext>
                  </a:extLst>
                </a:gridCol>
                <a:gridCol w="3569225">
                  <a:extLst>
                    <a:ext uri="{9D8B030D-6E8A-4147-A177-3AD203B41FA5}">
                      <a16:colId xmlns:a16="http://schemas.microsoft.com/office/drawing/2014/main" val="20002"/>
                    </a:ext>
                  </a:extLst>
                </a:gridCol>
              </a:tblGrid>
              <a:tr h="811400">
                <a:tc>
                  <a:txBody>
                    <a:bodyPr/>
                    <a:lstStyle/>
                    <a:p>
                      <a:pPr marL="0" marR="0" lvl="0" indent="0" algn="ctr" rtl="0">
                        <a:spcBef>
                          <a:spcPts val="0"/>
                        </a:spcBef>
                        <a:spcAft>
                          <a:spcPts val="0"/>
                        </a:spcAft>
                        <a:buNone/>
                      </a:pPr>
                      <a:r>
                        <a:rPr lang="en-GB" sz="1100" b="1" u="none" strike="noStrike" cap="none"/>
                        <a:t>Challenge Category</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Specific Challenge (2050)</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b="1" u="none" strike="noStrike" cap="none"/>
                        <a:t>Why Will This Be a Challenge?</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66030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Fewer businesses in town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Because people need to make money</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Economic</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Limited Infrastructure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Because there a lot of </a:t>
                      </a:r>
                      <a:r>
                        <a:rPr lang="en-AU" sz="1100" b="0" i="0" u="none" strike="noStrike" cap="none" dirty="0" err="1">
                          <a:solidFill>
                            <a:srgbClr val="000000"/>
                          </a:solidFill>
                          <a:latin typeface="Arial"/>
                          <a:ea typeface="Arial"/>
                          <a:cs typeface="Arial"/>
                          <a:sym typeface="Arial"/>
                        </a:rPr>
                        <a:t>buildigs</a:t>
                      </a:r>
                      <a:r>
                        <a:rPr lang="en-AU" sz="1100" b="0" i="0" u="none" strike="noStrike" cap="none" dirty="0">
                          <a:solidFill>
                            <a:srgbClr val="000000"/>
                          </a:solidFill>
                          <a:latin typeface="Arial"/>
                          <a:ea typeface="Arial"/>
                          <a:cs typeface="Arial"/>
                          <a:sym typeface="Arial"/>
                        </a:rPr>
                        <a:t> already</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512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Young people moving to cities for work</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Because we have to move a lot of people to the cities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Social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Lack of affordable housing</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Because housing is going up in price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dirty="0"/>
                        <a:t>Social</a:t>
                      </a:r>
                      <a:endParaRPr sz="1100" b="1"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Mental health issues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A lot of </a:t>
                      </a:r>
                      <a:r>
                        <a:rPr lang="en-AU" sz="1100" b="0" i="0" u="none" strike="noStrike" cap="none" dirty="0" err="1">
                          <a:solidFill>
                            <a:srgbClr val="000000"/>
                          </a:solidFill>
                          <a:latin typeface="Arial"/>
                          <a:ea typeface="Arial"/>
                          <a:cs typeface="Arial"/>
                          <a:sym typeface="Arial"/>
                        </a:rPr>
                        <a:t>bulliing</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680425">
                <a:tc>
                  <a:txBody>
                    <a:bodyPr/>
                    <a:lstStyle/>
                    <a:p>
                      <a:pPr marL="0" marR="0" lvl="0" indent="0" algn="ctr" rtl="0">
                        <a:spcBef>
                          <a:spcPts val="0"/>
                        </a:spcBef>
                        <a:spcAft>
                          <a:spcPts val="0"/>
                        </a:spcAft>
                        <a:buNone/>
                      </a:pPr>
                      <a:r>
                        <a:rPr lang="en-GB" sz="1100" b="1" u="none" strike="noStrike" cap="none"/>
                        <a:t>Environmental</a:t>
                      </a:r>
                      <a:endParaRPr sz="1100" b="1"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More extreme weather (fires, storms, floods)</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Golbal warming</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Loss of nature &amp; wildlife</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Global warming </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608550">
                <a:tc>
                  <a:txBody>
                    <a:bodyPr/>
                    <a:lstStyle/>
                    <a:p>
                      <a:pPr marL="0" marR="0" lvl="0" indent="0" algn="ctr" rtl="0">
                        <a:lnSpc>
                          <a:spcPct val="100000"/>
                        </a:lnSpc>
                        <a:spcBef>
                          <a:spcPts val="0"/>
                        </a:spcBef>
                        <a:spcAft>
                          <a:spcPts val="0"/>
                        </a:spcAft>
                        <a:buClr>
                          <a:schemeClr val="dk1"/>
                        </a:buClr>
                        <a:buSzPts val="1100"/>
                        <a:buFont typeface="Arial"/>
                        <a:buNone/>
                      </a:pPr>
                      <a:r>
                        <a:rPr lang="en-GB" sz="1100" b="1" u="none" strike="noStrike" cap="none"/>
                        <a:t>Environmental</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100" u="none" strike="noStrike" cap="none"/>
                        <a:t>Too much waste &amp; pollution</a:t>
                      </a:r>
                      <a:endParaRPr sz="1100" b="0" i="0" u="none" strike="noStrike" cap="none">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AU" sz="1100" b="0" i="0" u="none" strike="noStrike" cap="none" dirty="0">
                          <a:solidFill>
                            <a:srgbClr val="000000"/>
                          </a:solidFill>
                          <a:latin typeface="Arial"/>
                          <a:ea typeface="Arial"/>
                          <a:cs typeface="Arial"/>
                          <a:sym typeface="Arial"/>
                        </a:rPr>
                        <a:t>A lot of people</a:t>
                      </a:r>
                      <a:endParaRPr sz="1100" b="0" i="0" u="none" strike="noStrike" cap="none" dirty="0">
                        <a:solidFill>
                          <a:srgbClr val="000000"/>
                        </a:solidFill>
                        <a:latin typeface="Arial"/>
                        <a:ea typeface="Arial"/>
                        <a:cs typeface="Arial"/>
                        <a:sym typeface="Arial"/>
                      </a:endParaRPr>
                    </a:p>
                  </a:txBody>
                  <a:tcPr marL="3250" marR="3250" marT="32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bl>
          </a:graphicData>
        </a:graphic>
      </p:graphicFrame>
      <p:grpSp>
        <p:nvGrpSpPr>
          <p:cNvPr id="241" name="Google Shape;241;p7"/>
          <p:cNvGrpSpPr/>
          <p:nvPr/>
        </p:nvGrpSpPr>
        <p:grpSpPr>
          <a:xfrm>
            <a:off x="-83523" y="0"/>
            <a:ext cx="493925" cy="6858300"/>
            <a:chOff x="-83523" y="0"/>
            <a:chExt cx="493925" cy="6858300"/>
          </a:xfrm>
        </p:grpSpPr>
        <p:sp>
          <p:nvSpPr>
            <p:cNvPr id="242" name="Google Shape;242;p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3" name="Google Shape;243;p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4" name="Google Shape;244;p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5" name="Google Shape;245;p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6" name="Google Shape;246;p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47" name="Google Shape;247;p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248" name="Google Shape;248;p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249" name="Google Shape;249;p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250" name="Google Shape;250;p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251" name="Google Shape;251;p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8"/>
          <p:cNvSpPr/>
          <p:nvPr/>
        </p:nvSpPr>
        <p:spPr>
          <a:xfrm>
            <a:off x="320353" y="0"/>
            <a:ext cx="11871482"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57" name="Google Shape;257;p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258" name="Google Shape;258;p8"/>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grpSp>
        <p:nvGrpSpPr>
          <p:cNvPr id="259" name="Google Shape;259;p8"/>
          <p:cNvGrpSpPr/>
          <p:nvPr/>
        </p:nvGrpSpPr>
        <p:grpSpPr>
          <a:xfrm>
            <a:off x="3965801" y="802794"/>
            <a:ext cx="7756300" cy="5734841"/>
            <a:chOff x="2974350" y="752476"/>
            <a:chExt cx="5817225" cy="4150750"/>
          </a:xfrm>
        </p:grpSpPr>
        <p:sp>
          <p:nvSpPr>
            <p:cNvPr id="260" name="Google Shape;260;p8"/>
            <p:cNvSpPr/>
            <p:nvPr/>
          </p:nvSpPr>
          <p:spPr>
            <a:xfrm>
              <a:off x="418366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Fire Threat</a:t>
              </a:r>
              <a:endParaRPr sz="1067">
                <a:solidFill>
                  <a:schemeClr val="dk1"/>
                </a:solidFill>
                <a:latin typeface="Arial"/>
                <a:ea typeface="Arial"/>
                <a:cs typeface="Arial"/>
                <a:sym typeface="Arial"/>
              </a:endParaRPr>
            </a:p>
          </p:txBody>
        </p:sp>
        <p:sp>
          <p:nvSpPr>
            <p:cNvPr id="261" name="Google Shape;261;p8"/>
            <p:cNvSpPr/>
            <p:nvPr/>
          </p:nvSpPr>
          <p:spPr>
            <a:xfrm>
              <a:off x="2974350"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Storms</a:t>
              </a:r>
              <a:endParaRPr sz="1067">
                <a:solidFill>
                  <a:schemeClr val="dk1"/>
                </a:solidFill>
                <a:latin typeface="Arial"/>
                <a:ea typeface="Arial"/>
                <a:cs typeface="Arial"/>
                <a:sym typeface="Arial"/>
              </a:endParaRPr>
            </a:p>
          </p:txBody>
        </p:sp>
        <p:sp>
          <p:nvSpPr>
            <p:cNvPr id="262" name="Google Shape;262;p8"/>
            <p:cNvSpPr/>
            <p:nvPr/>
          </p:nvSpPr>
          <p:spPr>
            <a:xfrm>
              <a:off x="29775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067">
                  <a:solidFill>
                    <a:schemeClr val="dk1"/>
                  </a:solidFill>
                  <a:latin typeface="Arial"/>
                  <a:ea typeface="Arial"/>
                  <a:cs typeface="Arial"/>
                  <a:sym typeface="Arial"/>
                </a:rPr>
                <a:t>Floods</a:t>
              </a:r>
              <a:endParaRPr/>
            </a:p>
          </p:txBody>
        </p:sp>
        <p:cxnSp>
          <p:nvCxnSpPr>
            <p:cNvPr id="263" name="Google Shape;263;p8"/>
            <p:cNvCxnSpPr/>
            <p:nvPr/>
          </p:nvCxnSpPr>
          <p:spPr>
            <a:xfrm>
              <a:off x="4828196"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64" name="Google Shape;264;p8"/>
            <p:cNvCxnSpPr>
              <a:endCxn id="260" idx="2"/>
            </p:cNvCxnSpPr>
            <p:nvPr/>
          </p:nvCxnSpPr>
          <p:spPr>
            <a:xfrm rot="10800000">
              <a:off x="466448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65" name="Google Shape;265;p8"/>
            <p:cNvCxnSpPr/>
            <p:nvPr/>
          </p:nvCxnSpPr>
          <p:spPr>
            <a:xfrm>
              <a:off x="3869581"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66" name="Google Shape;266;p8"/>
            <p:cNvCxnSpPr>
              <a:endCxn id="261" idx="2"/>
            </p:cNvCxnSpPr>
            <p:nvPr/>
          </p:nvCxnSpPr>
          <p:spPr>
            <a:xfrm rot="10800000">
              <a:off x="3455167"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67" name="Google Shape;267;p8"/>
            <p:cNvCxnSpPr/>
            <p:nvPr/>
          </p:nvCxnSpPr>
          <p:spPr>
            <a:xfrm rot="10800000" flipH="1">
              <a:off x="4837094"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68" name="Google Shape;268;p8"/>
            <p:cNvSpPr/>
            <p:nvPr/>
          </p:nvSpPr>
          <p:spPr>
            <a:xfrm rot="10800000" flipH="1">
              <a:off x="4186710"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Limited space</a:t>
              </a:r>
              <a:endParaRPr sz="1067" dirty="0">
                <a:solidFill>
                  <a:schemeClr val="dk1"/>
                </a:solidFill>
                <a:latin typeface="Arial"/>
                <a:ea typeface="Arial"/>
                <a:cs typeface="Arial"/>
                <a:sym typeface="Arial"/>
              </a:endParaRPr>
            </a:p>
          </p:txBody>
        </p:sp>
        <p:cxnSp>
          <p:nvCxnSpPr>
            <p:cNvPr id="269" name="Google Shape;269;p8"/>
            <p:cNvCxnSpPr>
              <a:endCxn id="268" idx="2"/>
            </p:cNvCxnSpPr>
            <p:nvPr/>
          </p:nvCxnSpPr>
          <p:spPr>
            <a:xfrm>
              <a:off x="4667359" y="394142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70" name="Google Shape;270;p8"/>
            <p:cNvCxnSpPr/>
            <p:nvPr/>
          </p:nvCxnSpPr>
          <p:spPr>
            <a:xfrm>
              <a:off x="3872719"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71" name="Google Shape;271;p8"/>
            <p:cNvCxnSpPr>
              <a:endCxn id="272" idx="2"/>
            </p:cNvCxnSpPr>
            <p:nvPr/>
          </p:nvCxnSpPr>
          <p:spPr>
            <a:xfrm flipH="1">
              <a:off x="3458405" y="3827904"/>
              <a:ext cx="832501" cy="1073400"/>
            </a:xfrm>
            <a:prstGeom prst="straightConnector1">
              <a:avLst/>
            </a:prstGeom>
            <a:noFill/>
            <a:ln w="19050" cap="flat" cmpd="sng">
              <a:solidFill>
                <a:schemeClr val="lt1"/>
              </a:solidFill>
              <a:prstDash val="solid"/>
              <a:miter lim="800000"/>
              <a:headEnd type="none" w="sm" len="sm"/>
              <a:tailEnd type="none" w="sm" len="sm"/>
            </a:ln>
          </p:spPr>
        </p:cxnSp>
        <p:sp>
          <p:nvSpPr>
            <p:cNvPr id="272" name="Google Shape;272;p8"/>
            <p:cNvSpPr/>
            <p:nvPr/>
          </p:nvSpPr>
          <p:spPr>
            <a:xfrm flipH="1">
              <a:off x="2977757" y="4501104"/>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Limited food</a:t>
              </a:r>
              <a:endParaRPr sz="1067" dirty="0">
                <a:solidFill>
                  <a:schemeClr val="dk1"/>
                </a:solidFill>
                <a:latin typeface="Arial"/>
                <a:ea typeface="Arial"/>
                <a:cs typeface="Arial"/>
                <a:sym typeface="Arial"/>
              </a:endParaRPr>
            </a:p>
          </p:txBody>
        </p:sp>
        <p:sp>
          <p:nvSpPr>
            <p:cNvPr id="273" name="Google Shape;273;p8"/>
            <p:cNvSpPr/>
            <p:nvPr/>
          </p:nvSpPr>
          <p:spPr>
            <a:xfrm flipH="1">
              <a:off x="2981002"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Abandoned houses</a:t>
              </a:r>
              <a:endParaRPr sz="1067" dirty="0">
                <a:solidFill>
                  <a:schemeClr val="dk1"/>
                </a:solidFill>
                <a:latin typeface="Arial"/>
                <a:ea typeface="Arial"/>
                <a:cs typeface="Arial"/>
                <a:sym typeface="Arial"/>
              </a:endParaRPr>
            </a:p>
          </p:txBody>
        </p:sp>
        <p:sp>
          <p:nvSpPr>
            <p:cNvPr id="274" name="Google Shape;274;p8"/>
            <p:cNvSpPr/>
            <p:nvPr/>
          </p:nvSpPr>
          <p:spPr>
            <a:xfrm>
              <a:off x="418366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1800">
                  <a:solidFill>
                    <a:schemeClr val="dk1"/>
                  </a:solidFill>
                  <a:latin typeface="Arial"/>
                  <a:ea typeface="Arial"/>
                  <a:cs typeface="Arial"/>
                  <a:sym typeface="Arial"/>
                </a:rPr>
                <a:t>Extreme Weather</a:t>
              </a:r>
              <a:endParaRPr sz="1800">
                <a:solidFill>
                  <a:schemeClr val="dk1"/>
                </a:solidFill>
                <a:latin typeface="Arial"/>
                <a:ea typeface="Arial"/>
                <a:cs typeface="Arial"/>
                <a:sym typeface="Arial"/>
              </a:endParaRPr>
            </a:p>
          </p:txBody>
        </p:sp>
        <p:sp>
          <p:nvSpPr>
            <p:cNvPr id="275" name="Google Shape;275;p8"/>
            <p:cNvSpPr/>
            <p:nvPr/>
          </p:nvSpPr>
          <p:spPr>
            <a:xfrm>
              <a:off x="4160793"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overpopulation</a:t>
              </a:r>
              <a:endParaRPr sz="1067" dirty="0">
                <a:solidFill>
                  <a:schemeClr val="dk1"/>
                </a:solidFill>
                <a:latin typeface="Arial"/>
                <a:ea typeface="Arial"/>
                <a:cs typeface="Arial"/>
                <a:sym typeface="Arial"/>
              </a:endParaRPr>
            </a:p>
          </p:txBody>
        </p:sp>
        <p:sp>
          <p:nvSpPr>
            <p:cNvPr id="276" name="Google Shape;276;p8"/>
            <p:cNvSpPr/>
            <p:nvPr/>
          </p:nvSpPr>
          <p:spPr>
            <a:xfrm flipH="1">
              <a:off x="6620626" y="752476"/>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Air pollution</a:t>
              </a:r>
              <a:endParaRPr sz="1067" dirty="0">
                <a:solidFill>
                  <a:schemeClr val="dk1"/>
                </a:solidFill>
                <a:latin typeface="Arial"/>
                <a:ea typeface="Arial"/>
                <a:cs typeface="Arial"/>
                <a:sym typeface="Arial"/>
              </a:endParaRPr>
            </a:p>
          </p:txBody>
        </p:sp>
        <p:sp>
          <p:nvSpPr>
            <p:cNvPr id="277" name="Google Shape;277;p8"/>
            <p:cNvSpPr/>
            <p:nvPr/>
          </p:nvSpPr>
          <p:spPr>
            <a:xfrm flipH="1">
              <a:off x="7829942" y="754398"/>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Polluted streets </a:t>
              </a:r>
              <a:endParaRPr sz="1067" dirty="0">
                <a:solidFill>
                  <a:schemeClr val="dk1"/>
                </a:solidFill>
                <a:latin typeface="Arial"/>
                <a:ea typeface="Arial"/>
                <a:cs typeface="Arial"/>
                <a:sym typeface="Arial"/>
              </a:endParaRPr>
            </a:p>
          </p:txBody>
        </p:sp>
        <p:sp>
          <p:nvSpPr>
            <p:cNvPr id="278" name="Google Shape;278;p8"/>
            <p:cNvSpPr/>
            <p:nvPr/>
          </p:nvSpPr>
          <p:spPr>
            <a:xfrm flipH="1">
              <a:off x="7826696" y="1840922"/>
              <a:ext cx="961633"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A lot of sicknesses</a:t>
              </a:r>
              <a:endParaRPr sz="1067" dirty="0">
                <a:solidFill>
                  <a:schemeClr val="dk1"/>
                </a:solidFill>
                <a:latin typeface="Arial"/>
                <a:ea typeface="Arial"/>
                <a:cs typeface="Arial"/>
                <a:sym typeface="Arial"/>
              </a:endParaRPr>
            </a:p>
          </p:txBody>
        </p:sp>
        <p:cxnSp>
          <p:nvCxnSpPr>
            <p:cNvPr id="279" name="Google Shape;279;p8"/>
            <p:cNvCxnSpPr/>
            <p:nvPr/>
          </p:nvCxnSpPr>
          <p:spPr>
            <a:xfrm flipH="1">
              <a:off x="6023271" y="2180786"/>
              <a:ext cx="914458" cy="504691"/>
            </a:xfrm>
            <a:prstGeom prst="straightConnector1">
              <a:avLst/>
            </a:prstGeom>
            <a:noFill/>
            <a:ln w="19050" cap="flat" cmpd="sng">
              <a:solidFill>
                <a:schemeClr val="lt1"/>
              </a:solidFill>
              <a:prstDash val="solid"/>
              <a:miter lim="800000"/>
              <a:headEnd type="none" w="sm" len="sm"/>
              <a:tailEnd type="none" w="sm" len="sm"/>
            </a:ln>
          </p:spPr>
        </p:cxnSp>
        <p:cxnSp>
          <p:nvCxnSpPr>
            <p:cNvPr id="280" name="Google Shape;280;p8"/>
            <p:cNvCxnSpPr>
              <a:endCxn id="276" idx="2"/>
            </p:cNvCxnSpPr>
            <p:nvPr/>
          </p:nvCxnSpPr>
          <p:spPr>
            <a:xfrm rot="10800000">
              <a:off x="7101443" y="115267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81" name="Google Shape;281;p8"/>
            <p:cNvCxnSpPr/>
            <p:nvPr/>
          </p:nvCxnSpPr>
          <p:spPr>
            <a:xfrm rot="10800000">
              <a:off x="7572330" y="2022373"/>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2" name="Google Shape;282;p8"/>
            <p:cNvCxnSpPr>
              <a:endCxn id="277" idx="2"/>
            </p:cNvCxnSpPr>
            <p:nvPr/>
          </p:nvCxnSpPr>
          <p:spPr>
            <a:xfrm rot="10800000" flipH="1">
              <a:off x="7477959" y="1154598"/>
              <a:ext cx="832800" cy="673200"/>
            </a:xfrm>
            <a:prstGeom prst="straightConnector1">
              <a:avLst/>
            </a:prstGeom>
            <a:noFill/>
            <a:ln w="19050" cap="flat" cmpd="sng">
              <a:solidFill>
                <a:schemeClr val="lt1"/>
              </a:solidFill>
              <a:prstDash val="solid"/>
              <a:miter lim="800000"/>
              <a:headEnd type="none" w="sm" len="sm"/>
              <a:tailEnd type="none" w="sm" len="sm"/>
            </a:ln>
          </p:spPr>
        </p:cxnSp>
        <p:cxnSp>
          <p:nvCxnSpPr>
            <p:cNvPr id="283" name="Google Shape;283;p8"/>
            <p:cNvCxnSpPr/>
            <p:nvPr/>
          </p:nvCxnSpPr>
          <p:spPr>
            <a:xfrm rot="10800000">
              <a:off x="6023271" y="2748515"/>
              <a:ext cx="905560" cy="611521"/>
            </a:xfrm>
            <a:prstGeom prst="straightConnector1">
              <a:avLst/>
            </a:prstGeom>
            <a:noFill/>
            <a:ln w="19050" cap="flat" cmpd="sng">
              <a:solidFill>
                <a:schemeClr val="lt1"/>
              </a:solidFill>
              <a:prstDash val="solid"/>
              <a:miter lim="800000"/>
              <a:headEnd type="none" w="sm" len="sm"/>
              <a:tailEnd type="none" w="sm" len="sm"/>
            </a:ln>
          </p:spPr>
        </p:cxnSp>
        <p:sp>
          <p:nvSpPr>
            <p:cNvPr id="284" name="Google Shape;284;p8"/>
            <p:cNvSpPr/>
            <p:nvPr/>
          </p:nvSpPr>
          <p:spPr>
            <a:xfrm rot="10800000">
              <a:off x="6617917" y="4503026"/>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err="1">
                  <a:solidFill>
                    <a:schemeClr val="dk1"/>
                  </a:solidFill>
                  <a:latin typeface="Arial"/>
                  <a:ea typeface="Arial"/>
                  <a:cs typeface="Arial"/>
                  <a:sym typeface="Arial"/>
                </a:rPr>
                <a:t>lonllieness</a:t>
              </a:r>
              <a:endParaRPr sz="1067" dirty="0">
                <a:solidFill>
                  <a:schemeClr val="dk1"/>
                </a:solidFill>
                <a:latin typeface="Arial"/>
                <a:ea typeface="Arial"/>
                <a:cs typeface="Arial"/>
                <a:sym typeface="Arial"/>
              </a:endParaRPr>
            </a:p>
          </p:txBody>
        </p:sp>
        <p:cxnSp>
          <p:nvCxnSpPr>
            <p:cNvPr id="285" name="Google Shape;285;p8"/>
            <p:cNvCxnSpPr>
              <a:endCxn id="284" idx="2"/>
            </p:cNvCxnSpPr>
            <p:nvPr/>
          </p:nvCxnSpPr>
          <p:spPr>
            <a:xfrm>
              <a:off x="7098566" y="3941426"/>
              <a:ext cx="0" cy="561600"/>
            </a:xfrm>
            <a:prstGeom prst="straightConnector1">
              <a:avLst/>
            </a:prstGeom>
            <a:noFill/>
            <a:ln w="19050" cap="flat" cmpd="sng">
              <a:solidFill>
                <a:schemeClr val="lt1"/>
              </a:solidFill>
              <a:prstDash val="solid"/>
              <a:miter lim="800000"/>
              <a:headEnd type="none" w="sm" len="sm"/>
              <a:tailEnd type="none" w="sm" len="sm"/>
            </a:ln>
          </p:spPr>
        </p:cxnSp>
        <p:cxnSp>
          <p:nvCxnSpPr>
            <p:cNvPr id="286" name="Google Shape;286;p8"/>
            <p:cNvCxnSpPr/>
            <p:nvPr/>
          </p:nvCxnSpPr>
          <p:spPr>
            <a:xfrm rot="10800000">
              <a:off x="7569192" y="3633329"/>
              <a:ext cx="324014" cy="0"/>
            </a:xfrm>
            <a:prstGeom prst="straightConnector1">
              <a:avLst/>
            </a:prstGeom>
            <a:noFill/>
            <a:ln w="19050" cap="flat" cmpd="sng">
              <a:solidFill>
                <a:schemeClr val="lt1"/>
              </a:solidFill>
              <a:prstDash val="solid"/>
              <a:miter lim="800000"/>
              <a:headEnd type="none" w="sm" len="sm"/>
              <a:tailEnd type="none" w="sm" len="sm"/>
            </a:ln>
          </p:spPr>
        </p:cxnSp>
        <p:cxnSp>
          <p:nvCxnSpPr>
            <p:cNvPr id="287" name="Google Shape;287;p8"/>
            <p:cNvCxnSpPr>
              <a:endCxn id="288" idx="2"/>
            </p:cNvCxnSpPr>
            <p:nvPr/>
          </p:nvCxnSpPr>
          <p:spPr>
            <a:xfrm>
              <a:off x="7475020" y="3827904"/>
              <a:ext cx="832500" cy="673200"/>
            </a:xfrm>
            <a:prstGeom prst="straightConnector1">
              <a:avLst/>
            </a:prstGeom>
            <a:noFill/>
            <a:ln w="19050" cap="flat" cmpd="sng">
              <a:solidFill>
                <a:schemeClr val="lt1"/>
              </a:solidFill>
              <a:prstDash val="solid"/>
              <a:miter lim="800000"/>
              <a:headEnd type="none" w="sm" len="sm"/>
              <a:tailEnd type="none" w="sm" len="sm"/>
            </a:ln>
          </p:spPr>
        </p:cxnSp>
        <p:sp>
          <p:nvSpPr>
            <p:cNvPr id="288" name="Google Shape;288;p8"/>
            <p:cNvSpPr/>
            <p:nvPr/>
          </p:nvSpPr>
          <p:spPr>
            <a:xfrm rot="10800000">
              <a:off x="7826871" y="4501104"/>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Anxiety from drugs</a:t>
              </a:r>
              <a:endParaRPr sz="1067" dirty="0">
                <a:solidFill>
                  <a:schemeClr val="dk1"/>
                </a:solidFill>
                <a:latin typeface="Arial"/>
                <a:ea typeface="Arial"/>
                <a:cs typeface="Arial"/>
                <a:sym typeface="Arial"/>
              </a:endParaRPr>
            </a:p>
          </p:txBody>
        </p:sp>
        <p:sp>
          <p:nvSpPr>
            <p:cNvPr id="289" name="Google Shape;289;p8"/>
            <p:cNvSpPr/>
            <p:nvPr/>
          </p:nvSpPr>
          <p:spPr>
            <a:xfrm rot="10800000">
              <a:off x="7823626" y="3414580"/>
              <a:ext cx="961297" cy="400200"/>
            </a:xfrm>
            <a:prstGeom prst="roundRect">
              <a:avLst>
                <a:gd name="adj" fmla="val 16667"/>
              </a:avLst>
            </a:prstGeom>
            <a:solidFill>
              <a:schemeClr val="lt1"/>
            </a:solidFill>
            <a:ln w="19050" cap="flat" cmpd="sng">
              <a:solidFill>
                <a:srgbClr val="DF4239"/>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err="1">
                  <a:solidFill>
                    <a:schemeClr val="dk1"/>
                  </a:solidFill>
                  <a:latin typeface="Arial"/>
                  <a:ea typeface="Arial"/>
                  <a:cs typeface="Arial"/>
                  <a:sym typeface="Arial"/>
                </a:rPr>
                <a:t>depresion</a:t>
              </a:r>
              <a:endParaRPr sz="1067" dirty="0">
                <a:solidFill>
                  <a:schemeClr val="dk1"/>
                </a:solidFill>
                <a:latin typeface="Arial"/>
                <a:ea typeface="Arial"/>
                <a:cs typeface="Arial"/>
                <a:sym typeface="Arial"/>
              </a:endParaRPr>
            </a:p>
          </p:txBody>
        </p:sp>
        <p:sp>
          <p:nvSpPr>
            <p:cNvPr id="290" name="Google Shape;290;p8"/>
            <p:cNvSpPr/>
            <p:nvPr/>
          </p:nvSpPr>
          <p:spPr>
            <a:xfrm flipH="1">
              <a:off x="6620626" y="1658406"/>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A lot of </a:t>
              </a:r>
              <a:r>
                <a:rPr lang="en-AU" sz="1067" dirty="0" err="1">
                  <a:solidFill>
                    <a:schemeClr val="dk1"/>
                  </a:solidFill>
                  <a:latin typeface="Arial"/>
                  <a:ea typeface="Arial"/>
                  <a:cs typeface="Arial"/>
                  <a:sym typeface="Arial"/>
                </a:rPr>
                <a:t>watse</a:t>
              </a:r>
              <a:endParaRPr sz="1067" dirty="0">
                <a:solidFill>
                  <a:schemeClr val="dk1"/>
                </a:solidFill>
                <a:latin typeface="Arial"/>
                <a:ea typeface="Arial"/>
                <a:cs typeface="Arial"/>
                <a:sym typeface="Arial"/>
              </a:endParaRPr>
            </a:p>
          </p:txBody>
        </p:sp>
        <p:sp>
          <p:nvSpPr>
            <p:cNvPr id="291" name="Google Shape;291;p8"/>
            <p:cNvSpPr/>
            <p:nvPr/>
          </p:nvSpPr>
          <p:spPr>
            <a:xfrm flipH="1">
              <a:off x="6643499" y="3294894"/>
              <a:ext cx="961633" cy="591573"/>
            </a:xfrm>
            <a:prstGeom prst="roundRect">
              <a:avLst>
                <a:gd name="adj" fmla="val 16667"/>
              </a:avLst>
            </a:prstGeom>
            <a:solidFill>
              <a:schemeClr val="lt1"/>
            </a:solidFill>
            <a:ln w="19050" cap="flat" cmpd="sng">
              <a:solidFill>
                <a:srgbClr val="0070C4"/>
              </a:solidFill>
              <a:prstDash val="solid"/>
              <a:round/>
              <a:headEnd type="none" w="sm" len="sm"/>
              <a:tailEnd type="none" w="sm" len="sm"/>
            </a:ln>
          </p:spPr>
          <p:txBody>
            <a:bodyPr spcFirstLastPara="1" wrap="square" lIns="121900" tIns="121900" rIns="121900" bIns="121900" anchor="t" anchorCtr="0">
              <a:noAutofit/>
            </a:bodyPr>
            <a:lstStyle/>
            <a:p>
              <a:pPr marL="0" marR="0" lvl="0" indent="0" algn="l" rtl="0">
                <a:spcBef>
                  <a:spcPts val="0"/>
                </a:spcBef>
                <a:spcAft>
                  <a:spcPts val="0"/>
                </a:spcAft>
                <a:buNone/>
              </a:pPr>
              <a:r>
                <a:rPr lang="en-AU" sz="1067" dirty="0">
                  <a:solidFill>
                    <a:schemeClr val="dk1"/>
                  </a:solidFill>
                  <a:latin typeface="Arial"/>
                  <a:ea typeface="Arial"/>
                  <a:cs typeface="Arial"/>
                  <a:sym typeface="Arial"/>
                </a:rPr>
                <a:t>Mental health issues</a:t>
              </a:r>
              <a:endParaRPr sz="1067" dirty="0">
                <a:solidFill>
                  <a:schemeClr val="dk1"/>
                </a:solidFill>
                <a:latin typeface="Arial"/>
                <a:ea typeface="Arial"/>
                <a:cs typeface="Arial"/>
                <a:sym typeface="Arial"/>
              </a:endParaRPr>
            </a:p>
          </p:txBody>
        </p:sp>
        <p:sp>
          <p:nvSpPr>
            <p:cNvPr id="292" name="Google Shape;292;p8"/>
            <p:cNvSpPr/>
            <p:nvPr/>
          </p:nvSpPr>
          <p:spPr>
            <a:xfrm flipH="1">
              <a:off x="5145297" y="2375935"/>
              <a:ext cx="1472618" cy="763481"/>
            </a:xfrm>
            <a:prstGeom prst="roundRect">
              <a:avLst>
                <a:gd name="adj" fmla="val 16667"/>
              </a:avLst>
            </a:prstGeom>
            <a:solidFill>
              <a:schemeClr val="lt1"/>
            </a:solidFill>
            <a:ln w="19050" cap="flat" cmpd="sng">
              <a:solidFill>
                <a:srgbClr val="7030A0"/>
              </a:solidFill>
              <a:prstDash val="solid"/>
              <a:round/>
              <a:headEnd type="none" w="sm" len="sm"/>
              <a:tailEnd type="none" w="sm" len="sm"/>
            </a:ln>
          </p:spPr>
          <p:txBody>
            <a:bodyPr spcFirstLastPara="1" wrap="square" lIns="121900" tIns="121900" rIns="121900" bIns="121900" anchor="t" anchorCtr="0">
              <a:no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Your Town 2050</a:t>
              </a:r>
              <a:endParaRPr sz="2133" b="1">
                <a:solidFill>
                  <a:schemeClr val="dk1"/>
                </a:solidFill>
                <a:latin typeface="Arial"/>
                <a:ea typeface="Arial"/>
                <a:cs typeface="Arial"/>
                <a:sym typeface="Arial"/>
              </a:endParaRPr>
            </a:p>
          </p:txBody>
        </p:sp>
      </p:grpSp>
      <p:sp>
        <p:nvSpPr>
          <p:cNvPr id="293" name="Google Shape;293;p8"/>
          <p:cNvSpPr txBox="1"/>
          <p:nvPr/>
        </p:nvSpPr>
        <p:spPr>
          <a:xfrm>
            <a:off x="5497853" y="146245"/>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b="1">
                <a:solidFill>
                  <a:schemeClr val="lt1"/>
                </a:solidFill>
                <a:latin typeface="Arial"/>
                <a:ea typeface="Arial"/>
                <a:cs typeface="Arial"/>
                <a:sym typeface="Arial"/>
              </a:rPr>
              <a:t>Mind Map</a:t>
            </a:r>
            <a:endParaRPr sz="2000" b="1">
              <a:solidFill>
                <a:schemeClr val="lt1"/>
              </a:solidFill>
              <a:latin typeface="Arial"/>
              <a:ea typeface="Arial"/>
              <a:cs typeface="Arial"/>
              <a:sym typeface="Arial"/>
            </a:endParaRPr>
          </a:p>
        </p:txBody>
      </p:sp>
      <p:sp>
        <p:nvSpPr>
          <p:cNvPr id="294" name="Google Shape;294;p8"/>
          <p:cNvSpPr txBox="1"/>
          <p:nvPr/>
        </p:nvSpPr>
        <p:spPr>
          <a:xfrm>
            <a:off x="669763" y="849170"/>
            <a:ext cx="2802749" cy="35793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Use the Mind Map template to organise your ideas and guide your project.</a:t>
            </a:r>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Key Issues (Blue Boxes):</a:t>
            </a:r>
            <a:endParaRPr/>
          </a:p>
          <a:p>
            <a:pPr marL="0" marR="0" lvl="0" indent="0" algn="l" rtl="0">
              <a:spcBef>
                <a:spcPts val="0"/>
              </a:spcBef>
              <a:spcAft>
                <a:spcPts val="0"/>
              </a:spcAft>
              <a:buNone/>
            </a:pPr>
            <a:r>
              <a:rPr lang="en-GB" sz="1333">
                <a:solidFill>
                  <a:schemeClr val="dk1"/>
                </a:solidFill>
                <a:latin typeface="Arial"/>
                <a:ea typeface="Arial"/>
                <a:cs typeface="Arial"/>
                <a:sym typeface="Arial"/>
              </a:rPr>
              <a:t>Identify 4 key issues related to the future of your town and write them in the blue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Related Aspects (Red Boxes): </a:t>
            </a:r>
            <a:r>
              <a:rPr lang="en-GB" sz="1333">
                <a:solidFill>
                  <a:schemeClr val="dk1"/>
                </a:solidFill>
                <a:latin typeface="Arial"/>
                <a:ea typeface="Arial"/>
                <a:cs typeface="Arial"/>
                <a:sym typeface="Arial"/>
              </a:rPr>
              <a:t>For each key issue, list 3 related aspects in the red boxes.</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Use the example and AI </a:t>
            </a:r>
            <a:r>
              <a:rPr lang="en-GB" sz="1333">
                <a:solidFill>
                  <a:schemeClr val="dk1"/>
                </a:solidFill>
                <a:latin typeface="Arial"/>
                <a:ea typeface="Arial"/>
                <a:cs typeface="Arial"/>
                <a:sym typeface="Arial"/>
              </a:rPr>
              <a:t>to help identify key issues and ways to address them.</a:t>
            </a:r>
            <a:endParaRPr/>
          </a:p>
          <a:p>
            <a:pPr marL="0" marR="0" lvl="0" indent="0" algn="l" rtl="0">
              <a:spcBef>
                <a:spcPts val="0"/>
              </a:spcBef>
              <a:spcAft>
                <a:spcPts val="0"/>
              </a:spcAft>
              <a:buNone/>
            </a:pPr>
            <a:endParaRPr sz="1333">
              <a:solidFill>
                <a:schemeClr val="dk1"/>
              </a:solidFill>
              <a:latin typeface="Arial"/>
              <a:ea typeface="Arial"/>
              <a:cs typeface="Arial"/>
              <a:sym typeface="Arial"/>
            </a:endParaRPr>
          </a:p>
        </p:txBody>
      </p:sp>
      <p:grpSp>
        <p:nvGrpSpPr>
          <p:cNvPr id="295" name="Google Shape;295;p8"/>
          <p:cNvGrpSpPr/>
          <p:nvPr/>
        </p:nvGrpSpPr>
        <p:grpSpPr>
          <a:xfrm>
            <a:off x="-83523" y="0"/>
            <a:ext cx="493925" cy="6858300"/>
            <a:chOff x="-83523" y="0"/>
            <a:chExt cx="493925" cy="6858300"/>
          </a:xfrm>
        </p:grpSpPr>
        <p:sp>
          <p:nvSpPr>
            <p:cNvPr id="296" name="Google Shape;296;p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7" name="Google Shape;297;p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8" name="Google Shape;298;p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299" name="Google Shape;299;p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0" name="Google Shape;300;p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01" name="Google Shape;301;p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02" name="Google Shape;302;p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03" name="Google Shape;303;p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04" name="Google Shape;304;p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05" name="Google Shape;305;p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9"/>
          <p:cNvSpPr/>
          <p:nvPr/>
        </p:nvSpPr>
        <p:spPr>
          <a:xfrm>
            <a:off x="343111" y="1430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11" name="Google Shape;311;p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12" name="Google Shape;312;p9"/>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13" name="Google Shape;313;p9"/>
          <p:cNvSpPr/>
          <p:nvPr/>
        </p:nvSpPr>
        <p:spPr>
          <a:xfrm>
            <a:off x="5471738" y="637493"/>
            <a:ext cx="4127637" cy="435835"/>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0"/>
              </a:spcBef>
              <a:spcAft>
                <a:spcPts val="0"/>
              </a:spcAft>
              <a:buNone/>
            </a:pPr>
            <a:r>
              <a:rPr lang="en-GB" sz="1467">
                <a:solidFill>
                  <a:srgbClr val="000000"/>
                </a:solidFill>
                <a:latin typeface="Arial"/>
                <a:ea typeface="Arial"/>
                <a:cs typeface="Arial"/>
                <a:sym typeface="Arial"/>
              </a:rPr>
              <a:t>Identify 3 ways cities can be more sustainable</a:t>
            </a:r>
            <a:endParaRPr/>
          </a:p>
        </p:txBody>
      </p:sp>
      <p:grpSp>
        <p:nvGrpSpPr>
          <p:cNvPr id="314" name="Google Shape;314;p9"/>
          <p:cNvGrpSpPr/>
          <p:nvPr/>
        </p:nvGrpSpPr>
        <p:grpSpPr>
          <a:xfrm>
            <a:off x="3833090" y="1273859"/>
            <a:ext cx="6225396" cy="5383612"/>
            <a:chOff x="4639235" y="1035534"/>
            <a:chExt cx="4893177" cy="5345119"/>
          </a:xfrm>
        </p:grpSpPr>
        <p:cxnSp>
          <p:nvCxnSpPr>
            <p:cNvPr id="315" name="Google Shape;315;p9"/>
            <p:cNvCxnSpPr/>
            <p:nvPr/>
          </p:nvCxnSpPr>
          <p:spPr>
            <a:xfrm>
              <a:off x="4639235" y="3621235"/>
              <a:ext cx="3484800" cy="0"/>
            </a:xfrm>
            <a:prstGeom prst="straightConnector1">
              <a:avLst/>
            </a:prstGeom>
            <a:noFill/>
            <a:ln w="19050" cap="flat" cmpd="sng">
              <a:solidFill>
                <a:schemeClr val="lt1"/>
              </a:solidFill>
              <a:prstDash val="solid"/>
              <a:miter lim="800000"/>
              <a:headEnd type="none" w="sm" len="sm"/>
              <a:tailEnd type="none" w="sm" len="sm"/>
            </a:ln>
          </p:spPr>
        </p:cxnSp>
        <p:cxnSp>
          <p:nvCxnSpPr>
            <p:cNvPr id="316" name="Google Shape;316;p9"/>
            <p:cNvCxnSpPr/>
            <p:nvPr/>
          </p:nvCxnSpPr>
          <p:spPr>
            <a:xfrm rot="10800000" flipH="1">
              <a:off x="8122749" y="1035534"/>
              <a:ext cx="1249500" cy="2585700"/>
            </a:xfrm>
            <a:prstGeom prst="straightConnector1">
              <a:avLst/>
            </a:prstGeom>
            <a:noFill/>
            <a:ln w="19050" cap="flat" cmpd="sng">
              <a:solidFill>
                <a:schemeClr val="lt1"/>
              </a:solidFill>
              <a:prstDash val="solid"/>
              <a:miter lim="800000"/>
              <a:headEnd type="none" w="sm" len="sm"/>
              <a:tailEnd type="none" w="sm" len="sm"/>
            </a:ln>
          </p:spPr>
        </p:cxnSp>
        <p:cxnSp>
          <p:nvCxnSpPr>
            <p:cNvPr id="317" name="Google Shape;317;p9"/>
            <p:cNvCxnSpPr/>
            <p:nvPr/>
          </p:nvCxnSpPr>
          <p:spPr>
            <a:xfrm>
              <a:off x="8134112" y="3620653"/>
              <a:ext cx="1398300" cy="2760000"/>
            </a:xfrm>
            <a:prstGeom prst="straightConnector1">
              <a:avLst/>
            </a:prstGeom>
            <a:noFill/>
            <a:ln w="19050" cap="flat" cmpd="sng">
              <a:solidFill>
                <a:schemeClr val="lt1"/>
              </a:solidFill>
              <a:prstDash val="solid"/>
              <a:miter lim="800000"/>
              <a:headEnd type="none" w="sm" len="sm"/>
              <a:tailEnd type="none" w="sm" len="sm"/>
            </a:ln>
          </p:spPr>
        </p:cxnSp>
      </p:grpSp>
      <p:sp>
        <p:nvSpPr>
          <p:cNvPr id="318" name="Google Shape;318;p9"/>
          <p:cNvSpPr txBox="1"/>
          <p:nvPr/>
        </p:nvSpPr>
        <p:spPr>
          <a:xfrm>
            <a:off x="3850177" y="4214668"/>
            <a:ext cx="1091600"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sz="1200" b="1">
              <a:solidFill>
                <a:srgbClr val="000000"/>
              </a:solidFill>
              <a:latin typeface="Arial"/>
              <a:ea typeface="Arial"/>
              <a:cs typeface="Arial"/>
              <a:sym typeface="Arial"/>
            </a:endParaRPr>
          </a:p>
        </p:txBody>
      </p:sp>
      <p:sp>
        <p:nvSpPr>
          <p:cNvPr id="319" name="Google Shape;319;p9"/>
          <p:cNvSpPr txBox="1"/>
          <p:nvPr/>
        </p:nvSpPr>
        <p:spPr>
          <a:xfrm>
            <a:off x="3781518" y="1216903"/>
            <a:ext cx="1589689" cy="27695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p:txBody>
      </p:sp>
      <p:sp>
        <p:nvSpPr>
          <p:cNvPr id="320" name="Google Shape;320;p9"/>
          <p:cNvSpPr txBox="1"/>
          <p:nvPr/>
        </p:nvSpPr>
        <p:spPr>
          <a:xfrm>
            <a:off x="9803144" y="1216903"/>
            <a:ext cx="2197448" cy="461624"/>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200" b="1">
                <a:solidFill>
                  <a:srgbClr val="000000"/>
                </a:solidFill>
                <a:latin typeface="Arial"/>
                <a:ea typeface="Arial"/>
                <a:cs typeface="Arial"/>
                <a:sym typeface="Arial"/>
              </a:rPr>
              <a:t>Economically</a:t>
            </a:r>
            <a:endParaRPr sz="1200" b="1">
              <a:solidFill>
                <a:srgbClr val="000000"/>
              </a:solidFill>
              <a:latin typeface="Arial"/>
              <a:ea typeface="Arial"/>
              <a:cs typeface="Arial"/>
              <a:sym typeface="Arial"/>
            </a:endParaRPr>
          </a:p>
          <a:p>
            <a:pPr marL="0" marR="0" lvl="0" indent="0" algn="r" rtl="0">
              <a:spcBef>
                <a:spcPts val="0"/>
              </a:spcBef>
              <a:spcAft>
                <a:spcPts val="0"/>
              </a:spcAft>
              <a:buNone/>
            </a:pPr>
            <a:endParaRPr sz="1200">
              <a:solidFill>
                <a:schemeClr val="dk1"/>
              </a:solidFill>
              <a:latin typeface="Arial"/>
              <a:ea typeface="Arial"/>
              <a:cs typeface="Arial"/>
              <a:sym typeface="Arial"/>
            </a:endParaRPr>
          </a:p>
        </p:txBody>
      </p:sp>
      <p:sp>
        <p:nvSpPr>
          <p:cNvPr id="321" name="Google Shape;321;p9"/>
          <p:cNvSpPr txBox="1"/>
          <p:nvPr/>
        </p:nvSpPr>
        <p:spPr>
          <a:xfrm>
            <a:off x="5248253" y="137686"/>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3 Pillars of Sustainability</a:t>
            </a:r>
            <a:endParaRPr sz="2133" b="1">
              <a:solidFill>
                <a:schemeClr val="lt1"/>
              </a:solidFill>
              <a:latin typeface="Arial"/>
              <a:ea typeface="Arial"/>
              <a:cs typeface="Arial"/>
              <a:sym typeface="Arial"/>
            </a:endParaRPr>
          </a:p>
        </p:txBody>
      </p:sp>
      <p:sp>
        <p:nvSpPr>
          <p:cNvPr id="322" name="Google Shape;322;p9"/>
          <p:cNvSpPr txBox="1"/>
          <p:nvPr/>
        </p:nvSpPr>
        <p:spPr>
          <a:xfrm>
            <a:off x="619723" y="794235"/>
            <a:ext cx="2865931" cy="378565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200">
                <a:solidFill>
                  <a:schemeClr val="dk1"/>
                </a:solidFill>
                <a:latin typeface="Arial"/>
                <a:ea typeface="Arial"/>
                <a:cs typeface="Arial"/>
                <a:sym typeface="Arial"/>
              </a:rPr>
              <a:t>Use the template to unpack 3 ways that your town could be more sustainable.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Environmentally</a:t>
            </a:r>
            <a:endParaRPr sz="1200" b="1">
              <a:solidFill>
                <a:srgbClr val="000000"/>
              </a:solidFill>
              <a:latin typeface="Arial"/>
              <a:ea typeface="Arial"/>
              <a:cs typeface="Arial"/>
              <a:sym typeface="Arial"/>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design a future town that protects the environment and uses resources wisely?</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Socially </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we make a town fair, welcoming, and accessible for everyone?</a:t>
            </a:r>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a:p>
            <a:pPr marL="0" marR="0" lvl="0" indent="0" algn="l" rtl="0">
              <a:spcBef>
                <a:spcPts val="0"/>
              </a:spcBef>
              <a:spcAft>
                <a:spcPts val="0"/>
              </a:spcAft>
              <a:buNone/>
            </a:pPr>
            <a:r>
              <a:rPr lang="en-GB" sz="1200" b="1">
                <a:solidFill>
                  <a:srgbClr val="000000"/>
                </a:solidFill>
                <a:latin typeface="Arial"/>
                <a:ea typeface="Arial"/>
                <a:cs typeface="Arial"/>
                <a:sym typeface="Arial"/>
              </a:rPr>
              <a:t>Economically</a:t>
            </a:r>
            <a:endParaRPr/>
          </a:p>
          <a:p>
            <a:pPr marL="0" marR="0" lvl="0" indent="0" algn="l" rtl="0">
              <a:spcBef>
                <a:spcPts val="0"/>
              </a:spcBef>
              <a:spcAft>
                <a:spcPts val="0"/>
              </a:spcAft>
              <a:buNone/>
            </a:pPr>
            <a:r>
              <a:rPr lang="en-GB" sz="1200">
                <a:solidFill>
                  <a:schemeClr val="dk1"/>
                </a:solidFill>
                <a:latin typeface="Arial"/>
                <a:ea typeface="Arial"/>
                <a:cs typeface="Arial"/>
                <a:sym typeface="Arial"/>
              </a:rPr>
              <a:t>How can a town create jobs and grow its economy while staying affordable and sustainable?</a:t>
            </a:r>
            <a:endParaRPr/>
          </a:p>
          <a:p>
            <a:pPr marL="0" marR="0" lvl="0" indent="0" algn="l" rtl="0">
              <a:spcBef>
                <a:spcPts val="0"/>
              </a:spcBef>
              <a:spcAft>
                <a:spcPts val="0"/>
              </a:spcAft>
              <a:buNone/>
            </a:pPr>
            <a:endParaRPr sz="1200" b="1">
              <a:solidFill>
                <a:srgbClr val="000000"/>
              </a:solidFill>
              <a:latin typeface="Arial"/>
              <a:ea typeface="Arial"/>
              <a:cs typeface="Arial"/>
              <a:sym typeface="Arial"/>
            </a:endParaRPr>
          </a:p>
          <a:p>
            <a:pPr marL="0" marR="0" lvl="0" indent="0" algn="l" rtl="0">
              <a:spcBef>
                <a:spcPts val="0"/>
              </a:spcBef>
              <a:spcAft>
                <a:spcPts val="0"/>
              </a:spcAft>
              <a:buNone/>
            </a:pPr>
            <a:endParaRPr sz="1200" b="1">
              <a:solidFill>
                <a:schemeClr val="dk1"/>
              </a:solidFill>
              <a:latin typeface="Arial"/>
              <a:ea typeface="Arial"/>
              <a:cs typeface="Arial"/>
              <a:sym typeface="Arial"/>
            </a:endParaRPr>
          </a:p>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23" name="Google Shape;323;p9"/>
          <p:cNvSpPr txBox="1"/>
          <p:nvPr/>
        </p:nvSpPr>
        <p:spPr>
          <a:xfrm>
            <a:off x="546459" y="5993589"/>
            <a:ext cx="2966491" cy="50257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Use online research and AI </a:t>
            </a:r>
            <a:endParaRPr/>
          </a:p>
          <a:p>
            <a:pPr marL="0" marR="0" lvl="0" indent="0" algn="ctr" rtl="0">
              <a:spcBef>
                <a:spcPts val="0"/>
              </a:spcBef>
              <a:spcAft>
                <a:spcPts val="0"/>
              </a:spcAft>
              <a:buNone/>
            </a:pPr>
            <a:r>
              <a:rPr lang="en-GB" sz="1333">
                <a:solidFill>
                  <a:schemeClr val="lt1"/>
                </a:solidFill>
                <a:highlight>
                  <a:srgbClr val="000080"/>
                </a:highlight>
                <a:latin typeface="Arial"/>
                <a:ea typeface="Arial"/>
                <a:cs typeface="Arial"/>
                <a:sym typeface="Arial"/>
              </a:rPr>
              <a:t>tools to find solutions or ideas.</a:t>
            </a:r>
            <a:endParaRPr/>
          </a:p>
        </p:txBody>
      </p:sp>
      <p:sp>
        <p:nvSpPr>
          <p:cNvPr id="324" name="Google Shape;324;p9"/>
          <p:cNvSpPr/>
          <p:nvPr/>
        </p:nvSpPr>
        <p:spPr>
          <a:xfrm>
            <a:off x="1" y="-430886"/>
            <a:ext cx="246286" cy="861774"/>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pic>
        <p:nvPicPr>
          <p:cNvPr id="325" name="Google Shape;325;p9" descr="The Three Pillars of Sustainability"/>
          <p:cNvPicPr preferRelativeResize="0"/>
          <p:nvPr/>
        </p:nvPicPr>
        <p:blipFill rotWithShape="1">
          <a:blip r:embed="rId3">
            <a:alphaModFix/>
          </a:blip>
          <a:srcRect l="23209" t="7430" r="23208" b="7131"/>
          <a:stretch/>
        </p:blipFill>
        <p:spPr>
          <a:xfrm>
            <a:off x="929458" y="3913771"/>
            <a:ext cx="2200491" cy="1973702"/>
          </a:xfrm>
          <a:prstGeom prst="rect">
            <a:avLst/>
          </a:prstGeom>
          <a:noFill/>
          <a:ln>
            <a:noFill/>
          </a:ln>
        </p:spPr>
      </p:pic>
      <p:grpSp>
        <p:nvGrpSpPr>
          <p:cNvPr id="326" name="Google Shape;326;p9"/>
          <p:cNvGrpSpPr/>
          <p:nvPr/>
        </p:nvGrpSpPr>
        <p:grpSpPr>
          <a:xfrm>
            <a:off x="-73795" y="0"/>
            <a:ext cx="493925" cy="6858300"/>
            <a:chOff x="-83523" y="0"/>
            <a:chExt cx="493925" cy="6858300"/>
          </a:xfrm>
        </p:grpSpPr>
        <p:sp>
          <p:nvSpPr>
            <p:cNvPr id="327" name="Google Shape;327;p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8" name="Google Shape;328;p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29" name="Google Shape;329;p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0" name="Google Shape;330;p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1" name="Google Shape;331;p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32" name="Google Shape;332;p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33" name="Google Shape;333;p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34" name="Google Shape;334;p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35" name="Google Shape;335;p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36" name="Google Shape;336;p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2" name="TextBox 1">
            <a:extLst>
              <a:ext uri="{FF2B5EF4-FFF2-40B4-BE49-F238E27FC236}">
                <a16:creationId xmlns:a16="http://schemas.microsoft.com/office/drawing/2014/main" id="{FDCADAD8-54C6-C859-1040-1BF5634052BC}"/>
              </a:ext>
            </a:extLst>
          </p:cNvPr>
          <p:cNvSpPr txBox="1"/>
          <p:nvPr/>
        </p:nvSpPr>
        <p:spPr>
          <a:xfrm>
            <a:off x="4054207" y="1927952"/>
            <a:ext cx="3756752" cy="738664"/>
          </a:xfrm>
          <a:prstGeom prst="rect">
            <a:avLst/>
          </a:prstGeom>
          <a:noFill/>
        </p:spPr>
        <p:txBody>
          <a:bodyPr wrap="square" rtlCol="0">
            <a:spAutoFit/>
          </a:bodyPr>
          <a:lstStyle/>
          <a:p>
            <a:r>
              <a:rPr lang="en-AU" dirty="0"/>
              <a:t>A lot of pollution that make s the water not safe to drink and the air is not safe to breath and the soli is not safe to </a:t>
            </a:r>
            <a:r>
              <a:rPr lang="en-AU" dirty="0" err="1"/>
              <a:t>groew</a:t>
            </a:r>
            <a:r>
              <a:rPr lang="en-AU" dirty="0"/>
              <a:t> plant in</a:t>
            </a:r>
          </a:p>
        </p:txBody>
      </p:sp>
      <p:sp>
        <p:nvSpPr>
          <p:cNvPr id="6" name="Rectangle 2">
            <a:extLst>
              <a:ext uri="{FF2B5EF4-FFF2-40B4-BE49-F238E27FC236}">
                <a16:creationId xmlns:a16="http://schemas.microsoft.com/office/drawing/2014/main" id="{C61FFFEF-EDD7-F188-F1DE-CDD5FA731805}"/>
              </a:ext>
            </a:extLst>
          </p:cNvPr>
          <p:cNvSpPr>
            <a:spLocks noChangeArrowheads="1"/>
          </p:cNvSpPr>
          <p:nvPr/>
        </p:nvSpPr>
        <p:spPr bwMode="auto">
          <a:xfrm>
            <a:off x="8158513" y="515642"/>
            <a:ext cx="3292943"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Cities can become more economically sustainable by shifting toward a </a:t>
            </a:r>
            <a:r>
              <a:rPr kumimoji="0" lang="en-US" altLang="en-US" sz="1800" b="1" i="0" u="none" strike="noStrike" cap="none" normalizeH="0" baseline="0" dirty="0">
                <a:ln>
                  <a:noFill/>
                </a:ln>
                <a:solidFill>
                  <a:schemeClr val="tx1"/>
                </a:solidFill>
                <a:effectLst/>
                <a:latin typeface="Arial" panose="020B0604020202020204" pitchFamily="34" charset="0"/>
              </a:rPr>
              <a:t>circular economy</a:t>
            </a:r>
            <a:r>
              <a:rPr kumimoji="0" lang="en-US" altLang="en-US" sz="1800" b="0" i="0" u="none" strike="noStrike" cap="none" normalizeH="0" baseline="0" dirty="0">
                <a:ln>
                  <a:noFill/>
                </a:ln>
                <a:solidFill>
                  <a:schemeClr val="tx1"/>
                </a:solidFill>
                <a:effectLst/>
                <a:latin typeface="Arial" panose="020B0604020202020204" pitchFamily="34" charset="0"/>
              </a:rPr>
              <a:t>, where resources are reused, repaired, and recycled instead of thrown away. By supporting local repair hubs, encouraging businesses that refurbish or upcycle materials, and turning waste streams into new products or energy, cities keep money circulating locally while reducing costs and environmental strain. Pairing this with clean, local energy systems and strong public–private partnerships creates a resilient urban economy that can grow without exhausting its resources.</a:t>
            </a:r>
          </a:p>
        </p:txBody>
      </p:sp>
      <p:sp>
        <p:nvSpPr>
          <p:cNvPr id="8" name="Rectangle 3">
            <a:extLst>
              <a:ext uri="{FF2B5EF4-FFF2-40B4-BE49-F238E27FC236}">
                <a16:creationId xmlns:a16="http://schemas.microsoft.com/office/drawing/2014/main" id="{02FF2CBB-585D-AB56-28DC-00017031BBC0}"/>
              </a:ext>
            </a:extLst>
          </p:cNvPr>
          <p:cNvSpPr>
            <a:spLocks noChangeArrowheads="1"/>
          </p:cNvSpPr>
          <p:nvPr/>
        </p:nvSpPr>
        <p:spPr bwMode="auto">
          <a:xfrm>
            <a:off x="142788" y="2129512"/>
            <a:ext cx="443357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Cities can become more socially sustainable by investing in strong, inclusive communities where everyone has access to opportunity and feels a sense of belonging. This means designing neighborhoods with affordable housing, safe public spaces, and reliable public transport, while also supporting community programs that strengthen social ties, celebrate cultural diversity, and reduce inequality. When cities prioritize equity, participation, and well‑being, they create environments where people can thrive together and contribute to a more resilient, connected urban life.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p10"/>
          <p:cNvSpPr/>
          <p:nvPr/>
        </p:nvSpPr>
        <p:spPr>
          <a:xfrm>
            <a:off x="387567" y="1541033"/>
            <a:ext cx="3308800" cy="5110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GB" sz="1733" b="1">
                <a:solidFill>
                  <a:schemeClr val="dk1"/>
                </a:solidFill>
                <a:latin typeface="Arial"/>
                <a:ea typeface="Arial"/>
                <a:cs typeface="Arial"/>
                <a:sym typeface="Arial"/>
              </a:rPr>
              <a:t>Collect a broad range of examples from social media.</a:t>
            </a:r>
            <a:endParaRPr sz="1733" b="1">
              <a:solidFill>
                <a:schemeClr val="dk1"/>
              </a:solidFill>
              <a:latin typeface="Arial"/>
              <a:ea typeface="Arial"/>
              <a:cs typeface="Arial"/>
              <a:sym typeface="Arial"/>
            </a:endParaRPr>
          </a:p>
          <a:p>
            <a:pPr marL="0" marR="0" lvl="0" indent="0" algn="l" rtl="0">
              <a:spcBef>
                <a:spcPts val="0"/>
              </a:spcBef>
              <a:spcAft>
                <a:spcPts val="0"/>
              </a:spcAft>
              <a:buNone/>
            </a:pPr>
            <a:endParaRPr sz="1733" b="1">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Annotate each example you find to explain what you learned from it.</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could also focus on different areas of interactive media design if helpful.</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Add as many pages as required.</a:t>
            </a:r>
            <a:endParaRPr sz="1467">
              <a:solidFill>
                <a:schemeClr val="dk1"/>
              </a:solidFill>
              <a:latin typeface="Arial"/>
              <a:ea typeface="Arial"/>
              <a:cs typeface="Arial"/>
              <a:sym typeface="Arial"/>
            </a:endParaRPr>
          </a:p>
        </p:txBody>
      </p:sp>
      <p:sp>
        <p:nvSpPr>
          <p:cNvPr id="342" name="Google Shape;342;p10"/>
          <p:cNvSpPr/>
          <p:nvPr/>
        </p:nvSpPr>
        <p:spPr>
          <a:xfrm>
            <a:off x="326879" y="0"/>
            <a:ext cx="11864955" cy="6858000"/>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43" name="Google Shape;343;p1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r>
              <a:rPr lang="en-US" sz="2400" b="1" dirty="0"/>
              <a:t>In this section, I will collect and annotate images of structures that could shape my vision of a sustainable town in 2050. Each image will show a different type of building, system, or technology that relates to my key issue, such as economic, social, or environmental sustainability. I’ll explain what each structure is, why it matters, and how it could inspire my final design. This will help me understand which ideas are most useful for creating a future‑focused, resilient town.</a:t>
            </a:r>
            <a:endParaRPr lang="en-US" sz="2400" dirty="0"/>
          </a:p>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344" name="Google Shape;344;p1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45" name="Google Shape;345;p10"/>
          <p:cNvSpPr txBox="1"/>
          <p:nvPr/>
        </p:nvSpPr>
        <p:spPr>
          <a:xfrm>
            <a:off x="546459" y="357587"/>
            <a:ext cx="2966491"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Investigating &amp; Defining</a:t>
            </a:r>
            <a:endParaRPr/>
          </a:p>
        </p:txBody>
      </p:sp>
      <p:sp>
        <p:nvSpPr>
          <p:cNvPr id="346" name="Google Shape;346;p10"/>
          <p:cNvSpPr txBox="1"/>
          <p:nvPr/>
        </p:nvSpPr>
        <p:spPr>
          <a:xfrm>
            <a:off x="4111077" y="278575"/>
            <a:ext cx="73236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dk1"/>
                </a:solidFill>
                <a:latin typeface="Arial"/>
                <a:ea typeface="Arial"/>
                <a:cs typeface="Arial"/>
                <a:sym typeface="Arial"/>
              </a:rPr>
              <a:t>Visual Research of Structures</a:t>
            </a:r>
            <a:endParaRPr sz="2133" b="1">
              <a:solidFill>
                <a:schemeClr val="dk1"/>
              </a:solidFill>
              <a:latin typeface="Arial"/>
              <a:ea typeface="Arial"/>
              <a:cs typeface="Arial"/>
              <a:sym typeface="Arial"/>
            </a:endParaRPr>
          </a:p>
        </p:txBody>
      </p:sp>
      <p:sp>
        <p:nvSpPr>
          <p:cNvPr id="347" name="Google Shape;347;p10"/>
          <p:cNvSpPr/>
          <p:nvPr/>
        </p:nvSpPr>
        <p:spPr>
          <a:xfrm>
            <a:off x="659486" y="747314"/>
            <a:ext cx="2762249" cy="4840877"/>
          </a:xfrm>
          <a:prstGeom prst="rect">
            <a:avLst/>
          </a:prstGeom>
          <a:noFill/>
          <a:ln>
            <a:noFill/>
          </a:ln>
        </p:spPr>
        <p:txBody>
          <a:bodyPr spcFirstLastPara="1" wrap="square" lIns="121900" tIns="60950" rIns="121900" bIns="60950" anchor="ctr" anchorCtr="0">
            <a:spAutoFit/>
          </a:bodyPr>
          <a:lstStyle/>
          <a:p>
            <a:pPr marL="0" marR="0" lvl="0" indent="0" algn="l" rtl="0">
              <a:spcBef>
                <a:spcPts val="0"/>
              </a:spcBef>
              <a:spcAft>
                <a:spcPts val="0"/>
              </a:spcAft>
              <a:buNone/>
            </a:pPr>
            <a:r>
              <a:rPr lang="en-GB" sz="1333" b="1">
                <a:solidFill>
                  <a:schemeClr val="dk1"/>
                </a:solidFill>
                <a:latin typeface="Arial"/>
                <a:ea typeface="Arial"/>
                <a:cs typeface="Arial"/>
                <a:sym typeface="Arial"/>
              </a:rPr>
              <a:t>Collect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Find images of different structures that could be used to support your vision of your town in 2050.</a:t>
            </a:r>
            <a:endParaRPr/>
          </a:p>
          <a:p>
            <a:pPr marL="609585" marR="0" lvl="1" indent="0" algn="l" rtl="0">
              <a:spcBef>
                <a:spcPts val="0"/>
              </a:spcBef>
              <a:spcAft>
                <a:spcPts val="0"/>
              </a:spcAft>
              <a:buClr>
                <a:schemeClr val="dk1"/>
              </a:buClr>
              <a:buSzPts val="1333"/>
              <a:buFont typeface="Arial"/>
              <a:buNone/>
            </a:pPr>
            <a:endParaRPr sz="1333"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Annotate Your Images:</a:t>
            </a: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a:solidFill>
                  <a:schemeClr val="dk1"/>
                </a:solidFill>
                <a:latin typeface="Arial"/>
                <a:ea typeface="Arial"/>
                <a:cs typeface="Arial"/>
                <a:sym typeface="Arial"/>
              </a:rPr>
              <a:t>For each image, write a short note explaining:</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What it shows.</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relates to your key issue.</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How it might help or inspire your design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r>
              <a:rPr lang="en-GB" sz="1333" b="1">
                <a:solidFill>
                  <a:schemeClr val="dk1"/>
                </a:solidFill>
                <a:latin typeface="Arial"/>
                <a:ea typeface="Arial"/>
                <a:cs typeface="Arial"/>
                <a:sym typeface="Arial"/>
              </a:rPr>
              <a:t>Organise and Reflect:</a:t>
            </a:r>
            <a:endParaRPr sz="1333">
              <a:solidFill>
                <a:schemeClr val="dk1"/>
              </a:solidFill>
              <a:latin typeface="Arial"/>
              <a:ea typeface="Arial"/>
              <a:cs typeface="Arial"/>
              <a:sym typeface="Arial"/>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Arrange the images and annotations clearly in your portfolio.</a:t>
            </a:r>
            <a:endParaRPr/>
          </a:p>
          <a:p>
            <a:pPr marL="228594" marR="0" lvl="0" indent="-228594" algn="l" rtl="0">
              <a:spcBef>
                <a:spcPts val="0"/>
              </a:spcBef>
              <a:spcAft>
                <a:spcPts val="0"/>
              </a:spcAft>
              <a:buClr>
                <a:schemeClr val="dk1"/>
              </a:buClr>
              <a:buSzPts val="1333"/>
              <a:buFont typeface="Arial"/>
              <a:buChar char="•"/>
            </a:pPr>
            <a:r>
              <a:rPr lang="en-GB" sz="1333">
                <a:solidFill>
                  <a:schemeClr val="dk1"/>
                </a:solidFill>
                <a:latin typeface="Arial"/>
                <a:ea typeface="Arial"/>
                <a:cs typeface="Arial"/>
                <a:sym typeface="Arial"/>
              </a:rPr>
              <a:t>Highlight any ideas or features you think are especially useful for your project.</a:t>
            </a:r>
            <a:endParaRPr/>
          </a:p>
          <a:p>
            <a:pPr marL="228594" marR="0" lvl="0" indent="-143948" algn="l" rtl="0">
              <a:spcBef>
                <a:spcPts val="0"/>
              </a:spcBef>
              <a:spcAft>
                <a:spcPts val="0"/>
              </a:spcAft>
              <a:buClr>
                <a:schemeClr val="dk1"/>
              </a:buClr>
              <a:buSzPts val="1333"/>
              <a:buFont typeface="Arial"/>
              <a:buNone/>
            </a:pPr>
            <a:endParaRPr sz="1333">
              <a:solidFill>
                <a:schemeClr val="dk1"/>
              </a:solidFill>
              <a:latin typeface="Arial"/>
              <a:ea typeface="Arial"/>
              <a:cs typeface="Arial"/>
              <a:sym typeface="Arial"/>
            </a:endParaRPr>
          </a:p>
        </p:txBody>
      </p:sp>
      <p:sp>
        <p:nvSpPr>
          <p:cNvPr id="348" name="Google Shape;348;p10"/>
          <p:cNvSpPr txBox="1"/>
          <p:nvPr/>
        </p:nvSpPr>
        <p:spPr>
          <a:xfrm>
            <a:off x="1036635" y="5867897"/>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grpSp>
        <p:nvGrpSpPr>
          <p:cNvPr id="349" name="Google Shape;349;p10"/>
          <p:cNvGrpSpPr/>
          <p:nvPr/>
        </p:nvGrpSpPr>
        <p:grpSpPr>
          <a:xfrm>
            <a:off x="-73795" y="0"/>
            <a:ext cx="493925" cy="6858300"/>
            <a:chOff x="-83523" y="0"/>
            <a:chExt cx="493925" cy="6858300"/>
          </a:xfrm>
        </p:grpSpPr>
        <p:sp>
          <p:nvSpPr>
            <p:cNvPr id="350" name="Google Shape;350;p1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1" name="Google Shape;351;p1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2" name="Google Shape;352;p1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3" name="Google Shape;353;p1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4" name="Google Shape;354;p1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55" name="Google Shape;355;p1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56" name="Google Shape;356;p1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57" name="Google Shape;357;p1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58" name="Google Shape;358;p1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59" name="Google Shape;359;p1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5" name="Google Shape;365;p11"/>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366" name="Google Shape;366;p11"/>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367" name="Google Shape;367;p11"/>
          <p:cNvGrpSpPr/>
          <p:nvPr/>
        </p:nvGrpSpPr>
        <p:grpSpPr>
          <a:xfrm>
            <a:off x="-83523" y="0"/>
            <a:ext cx="493925" cy="6858300"/>
            <a:chOff x="-83523" y="0"/>
            <a:chExt cx="493925" cy="6858300"/>
          </a:xfrm>
        </p:grpSpPr>
        <p:sp>
          <p:nvSpPr>
            <p:cNvPr id="368" name="Google Shape;368;p1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69" name="Google Shape;369;p1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0" name="Google Shape;370;p1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1" name="Google Shape;371;p1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2" name="Google Shape;372;p1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73" name="Google Shape;373;p1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374" name="Google Shape;374;p1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375" name="Google Shape;375;p1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376" name="Google Shape;376;p1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377" name="Google Shape;377;p1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12"/>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383" name="Google Shape;383;p12"/>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384" name="Google Shape;384;p12"/>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sp>
        <p:nvSpPr>
          <p:cNvPr id="385" name="Google Shape;385;p12"/>
          <p:cNvSpPr txBox="1"/>
          <p:nvPr/>
        </p:nvSpPr>
        <p:spPr>
          <a:xfrm>
            <a:off x="4277328" y="52186"/>
            <a:ext cx="7346400" cy="623656"/>
          </a:xfrm>
          <a:prstGeom prst="rect">
            <a:avLst/>
          </a:prstGeom>
          <a:noFill/>
          <a:ln>
            <a:noFill/>
          </a:ln>
        </p:spPr>
        <p:txBody>
          <a:bodyPr spcFirstLastPara="1" wrap="square" lIns="121900" tIns="121900" rIns="121900" bIns="121900" anchor="t" anchorCtr="0">
            <a:spAutoFit/>
          </a:bodyPr>
          <a:lstStyle/>
          <a:p>
            <a:pPr marL="0" marR="0" lvl="0" indent="0" algn="ctr" rtl="0">
              <a:lnSpc>
                <a:spcPct val="115000"/>
              </a:lnSpc>
              <a:spcBef>
                <a:spcPts val="0"/>
              </a:spcBef>
              <a:spcAft>
                <a:spcPts val="0"/>
              </a:spcAft>
              <a:buNone/>
            </a:pPr>
            <a:r>
              <a:rPr lang="en-GB" sz="2133" b="1">
                <a:solidFill>
                  <a:srgbClr val="FFFFFF"/>
                </a:solidFill>
                <a:latin typeface="Arial"/>
                <a:ea typeface="Arial"/>
                <a:cs typeface="Arial"/>
                <a:sym typeface="Arial"/>
              </a:rPr>
              <a:t>Design Brief</a:t>
            </a:r>
            <a:endParaRPr sz="2400" b="1">
              <a:solidFill>
                <a:schemeClr val="lt1"/>
              </a:solidFill>
              <a:latin typeface="Arial"/>
              <a:ea typeface="Arial"/>
              <a:cs typeface="Arial"/>
              <a:sym typeface="Arial"/>
            </a:endParaRPr>
          </a:p>
        </p:txBody>
      </p:sp>
      <p:sp>
        <p:nvSpPr>
          <p:cNvPr id="386" name="Google Shape;386;p12"/>
          <p:cNvSpPr/>
          <p:nvPr/>
        </p:nvSpPr>
        <p:spPr>
          <a:xfrm>
            <a:off x="794173" y="719215"/>
            <a:ext cx="2578275"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dirty="0">
                <a:solidFill>
                  <a:schemeClr val="dk1"/>
                </a:solidFill>
                <a:latin typeface="Arial"/>
                <a:ea typeface="Arial"/>
                <a:cs typeface="Arial"/>
                <a:sym typeface="Arial"/>
              </a:rPr>
              <a:t>Use this Design Brief Starburst template to identify specific things to focus on in your design project.</a:t>
            </a:r>
            <a:endParaRPr sz="1333" dirty="0">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dirty="0">
              <a:solidFill>
                <a:schemeClr val="dk1"/>
              </a:solidFill>
              <a:latin typeface="Arial"/>
              <a:ea typeface="Arial"/>
              <a:cs typeface="Arial"/>
              <a:sym typeface="Arial"/>
            </a:endParaRPr>
          </a:p>
          <a:p>
            <a:pPr marL="609585" marR="0" lvl="0" indent="-414855" algn="l" rtl="0">
              <a:lnSpc>
                <a:spcPct val="107000"/>
              </a:lnSpc>
              <a:spcBef>
                <a:spcPts val="800"/>
              </a:spcBef>
              <a:spcAft>
                <a:spcPts val="0"/>
              </a:spcAft>
              <a:buClr>
                <a:schemeClr val="dk1"/>
              </a:buClr>
              <a:buSzPts val="1300"/>
              <a:buFont typeface="Arial"/>
              <a:buChar char="●"/>
            </a:pPr>
            <a:r>
              <a:rPr lang="en-GB" sz="1333" dirty="0">
                <a:solidFill>
                  <a:schemeClr val="dk1"/>
                </a:solidFill>
                <a:latin typeface="Arial"/>
                <a:ea typeface="Arial"/>
                <a:cs typeface="Arial"/>
                <a:sym typeface="Arial"/>
              </a:rPr>
              <a:t>Who </a:t>
            </a:r>
            <a:endParaRPr sz="1333" dirty="0">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dirty="0">
                <a:solidFill>
                  <a:schemeClr val="dk1"/>
                </a:solidFill>
                <a:latin typeface="Arial"/>
                <a:ea typeface="Arial"/>
                <a:cs typeface="Arial"/>
                <a:sym typeface="Arial"/>
              </a:rPr>
              <a:t>What </a:t>
            </a:r>
            <a:endParaRPr sz="1333" dirty="0">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dirty="0">
                <a:solidFill>
                  <a:schemeClr val="dk1"/>
                </a:solidFill>
                <a:latin typeface="Arial"/>
                <a:ea typeface="Arial"/>
                <a:cs typeface="Arial"/>
                <a:sym typeface="Arial"/>
              </a:rPr>
              <a:t>When </a:t>
            </a:r>
            <a:endParaRPr sz="1333" dirty="0">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dirty="0">
                <a:solidFill>
                  <a:schemeClr val="dk1"/>
                </a:solidFill>
                <a:latin typeface="Arial"/>
                <a:ea typeface="Arial"/>
                <a:cs typeface="Arial"/>
                <a:sym typeface="Arial"/>
              </a:rPr>
              <a:t>Where</a:t>
            </a:r>
            <a:endParaRPr sz="1333" dirty="0">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dirty="0">
                <a:solidFill>
                  <a:schemeClr val="dk1"/>
                </a:solidFill>
                <a:latin typeface="Arial"/>
                <a:ea typeface="Arial"/>
                <a:cs typeface="Arial"/>
                <a:sym typeface="Arial"/>
              </a:rPr>
              <a:t>Why </a:t>
            </a:r>
            <a:endParaRPr sz="1333" dirty="0">
              <a:solidFill>
                <a:schemeClr val="dk1"/>
              </a:solidFill>
              <a:latin typeface="Arial"/>
              <a:ea typeface="Arial"/>
              <a:cs typeface="Arial"/>
              <a:sym typeface="Arial"/>
            </a:endParaRPr>
          </a:p>
          <a:p>
            <a:pPr marL="609585" marR="0" lvl="0" indent="-414855" algn="l" rtl="0">
              <a:lnSpc>
                <a:spcPct val="107000"/>
              </a:lnSpc>
              <a:spcBef>
                <a:spcPts val="0"/>
              </a:spcBef>
              <a:spcAft>
                <a:spcPts val="0"/>
              </a:spcAft>
              <a:buClr>
                <a:schemeClr val="dk1"/>
              </a:buClr>
              <a:buSzPts val="1300"/>
              <a:buFont typeface="Arial"/>
              <a:buChar char="●"/>
            </a:pPr>
            <a:r>
              <a:rPr lang="en-GB" sz="1333" dirty="0">
                <a:solidFill>
                  <a:schemeClr val="dk1"/>
                </a:solidFill>
                <a:latin typeface="Arial"/>
                <a:ea typeface="Arial"/>
                <a:cs typeface="Arial"/>
                <a:sym typeface="Arial"/>
              </a:rPr>
              <a:t>How</a:t>
            </a:r>
            <a:endParaRPr sz="1333" dirty="0">
              <a:solidFill>
                <a:schemeClr val="dk1"/>
              </a:solidFill>
              <a:latin typeface="Arial"/>
              <a:ea typeface="Arial"/>
              <a:cs typeface="Arial"/>
              <a:sym typeface="Arial"/>
            </a:endParaRPr>
          </a:p>
        </p:txBody>
      </p:sp>
      <p:grpSp>
        <p:nvGrpSpPr>
          <p:cNvPr id="387" name="Google Shape;387;p12"/>
          <p:cNvGrpSpPr/>
          <p:nvPr/>
        </p:nvGrpSpPr>
        <p:grpSpPr>
          <a:xfrm>
            <a:off x="4699838" y="646271"/>
            <a:ext cx="6829405" cy="5956007"/>
            <a:chOff x="3465176" y="555575"/>
            <a:chExt cx="5271035" cy="4524000"/>
          </a:xfrm>
        </p:grpSpPr>
        <p:sp>
          <p:nvSpPr>
            <p:cNvPr id="388" name="Google Shape;388;p12"/>
            <p:cNvSpPr txBox="1"/>
            <p:nvPr/>
          </p:nvSpPr>
          <p:spPr>
            <a:xfrm>
              <a:off x="4498425" y="1077250"/>
              <a:ext cx="2449800" cy="3580858"/>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733" b="1">
                  <a:solidFill>
                    <a:schemeClr val="dk1"/>
                  </a:solidFill>
                  <a:latin typeface="Arial"/>
                  <a:ea typeface="Arial"/>
                  <a:cs typeface="Arial"/>
                  <a:sym typeface="Arial"/>
                </a:rPr>
                <a:t>Choose one of the issues </a:t>
              </a:r>
              <a:r>
                <a:rPr lang="en-GB" sz="1733">
                  <a:solidFill>
                    <a:schemeClr val="dk1"/>
                  </a:solidFill>
                  <a:latin typeface="Arial"/>
                  <a:ea typeface="Arial"/>
                  <a:cs typeface="Arial"/>
                  <a:sym typeface="Arial"/>
                </a:rPr>
                <a:t>your group investigated to solve and identify</a:t>
              </a:r>
              <a:r>
                <a:rPr lang="en-GB" sz="1733" b="1">
                  <a:solidFill>
                    <a:schemeClr val="dk1"/>
                  </a:solidFill>
                  <a:latin typeface="Arial"/>
                  <a:ea typeface="Arial"/>
                  <a:cs typeface="Arial"/>
                  <a:sym typeface="Arial"/>
                </a:rPr>
                <a:t> </a:t>
              </a:r>
              <a:r>
                <a:rPr lang="en-GB" sz="1733">
                  <a:solidFill>
                    <a:schemeClr val="dk1"/>
                  </a:solidFill>
                  <a:latin typeface="Arial"/>
                  <a:ea typeface="Arial"/>
                  <a:cs typeface="Arial"/>
                  <a:sym typeface="Arial"/>
                </a:rPr>
                <a:t>the specific problem you are trying to solve</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What</a:t>
              </a:r>
              <a:r>
                <a:rPr lang="en-GB" sz="1733">
                  <a:solidFill>
                    <a:schemeClr val="dk1"/>
                  </a:solidFill>
                  <a:latin typeface="Arial"/>
                  <a:ea typeface="Arial"/>
                  <a:cs typeface="Arial"/>
                  <a:sym typeface="Arial"/>
                </a:rPr>
                <a:t> specific problem are you trying to raise awareness of?</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Who</a:t>
              </a:r>
              <a:r>
                <a:rPr lang="en-GB" sz="1733">
                  <a:solidFill>
                    <a:schemeClr val="dk1"/>
                  </a:solidFill>
                  <a:latin typeface="Arial"/>
                  <a:ea typeface="Arial"/>
                  <a:cs typeface="Arial"/>
                  <a:sym typeface="Arial"/>
                </a:rPr>
                <a:t> are you trying to help?</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When</a:t>
              </a:r>
              <a:r>
                <a:rPr lang="en-GB" sz="1733">
                  <a:solidFill>
                    <a:schemeClr val="dk1"/>
                  </a:solidFill>
                  <a:latin typeface="Arial"/>
                  <a:ea typeface="Arial"/>
                  <a:cs typeface="Arial"/>
                  <a:sym typeface="Arial"/>
                </a:rPr>
                <a:t> will this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Where</a:t>
              </a:r>
              <a:r>
                <a:rPr lang="en-GB" sz="1733">
                  <a:solidFill>
                    <a:schemeClr val="dk1"/>
                  </a:solidFill>
                  <a:latin typeface="Arial"/>
                  <a:ea typeface="Arial"/>
                  <a:cs typeface="Arial"/>
                  <a:sym typeface="Arial"/>
                </a:rPr>
                <a:t> will it be used?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Why</a:t>
              </a:r>
              <a:r>
                <a:rPr lang="en-GB" sz="1733">
                  <a:solidFill>
                    <a:schemeClr val="dk1"/>
                  </a:solidFill>
                  <a:latin typeface="Arial"/>
                  <a:ea typeface="Arial"/>
                  <a:cs typeface="Arial"/>
                  <a:sym typeface="Arial"/>
                </a:rPr>
                <a:t> is it needed?</a:t>
              </a:r>
              <a:endParaRPr sz="1733">
                <a:solidFill>
                  <a:schemeClr val="dk1"/>
                </a:solidFill>
                <a:latin typeface="Arial"/>
                <a:ea typeface="Arial"/>
                <a:cs typeface="Arial"/>
                <a:sym typeface="Arial"/>
              </a:endParaRPr>
            </a:p>
            <a:p>
              <a:pPr marL="0" marR="0" lvl="0" indent="0" algn="l" rtl="0">
                <a:spcBef>
                  <a:spcPts val="0"/>
                </a:spcBef>
                <a:spcAft>
                  <a:spcPts val="0"/>
                </a:spcAft>
                <a:buNone/>
              </a:pPr>
              <a:r>
                <a:rPr lang="en-GB" sz="1733" b="1">
                  <a:solidFill>
                    <a:schemeClr val="dk1"/>
                  </a:solidFill>
                  <a:latin typeface="Arial"/>
                  <a:ea typeface="Arial"/>
                  <a:cs typeface="Arial"/>
                  <a:sym typeface="Arial"/>
                </a:rPr>
                <a:t>How</a:t>
              </a:r>
              <a:r>
                <a:rPr lang="en-GB" sz="1733">
                  <a:solidFill>
                    <a:schemeClr val="dk1"/>
                  </a:solidFill>
                  <a:latin typeface="Arial"/>
                  <a:ea typeface="Arial"/>
                  <a:cs typeface="Arial"/>
                  <a:sym typeface="Arial"/>
                </a:rPr>
                <a:t> could it help?</a:t>
              </a:r>
              <a:endParaRPr sz="1733">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389" name="Google Shape;389;p12"/>
            <p:cNvSpPr/>
            <p:nvPr/>
          </p:nvSpPr>
          <p:spPr>
            <a:xfrm>
              <a:off x="3465176" y="555575"/>
              <a:ext cx="5082000" cy="4524000"/>
            </a:xfrm>
            <a:prstGeom prst="dodecagon">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lang="en-AU" sz="2400" dirty="0">
                <a:solidFill>
                  <a:schemeClr val="dk1"/>
                </a:solidFill>
              </a:endParaRPr>
            </a:p>
            <a:p>
              <a:pPr marL="0" marR="0" lvl="0" indent="0" algn="ctr" rtl="0">
                <a:spcBef>
                  <a:spcPts val="0"/>
                </a:spcBef>
                <a:spcAft>
                  <a:spcPts val="0"/>
                </a:spcAft>
                <a:buNone/>
              </a:pPr>
              <a:endParaRPr lang="en-AU" sz="2400" dirty="0">
                <a:solidFill>
                  <a:schemeClr val="dk1"/>
                </a:solidFill>
                <a:latin typeface="Arial"/>
                <a:ea typeface="Arial"/>
                <a:cs typeface="Arial"/>
                <a:sym typeface="Arial"/>
              </a:endParaRPr>
            </a:p>
            <a:p>
              <a:pPr marL="0" marR="0" lvl="0" indent="0" algn="ctr" rtl="0">
                <a:spcBef>
                  <a:spcPts val="0"/>
                </a:spcBef>
                <a:spcAft>
                  <a:spcPts val="0"/>
                </a:spcAft>
                <a:buNone/>
              </a:pPr>
              <a:endParaRPr sz="2400" dirty="0">
                <a:solidFill>
                  <a:schemeClr val="dk1"/>
                </a:solidFill>
                <a:latin typeface="Arial"/>
                <a:ea typeface="Arial"/>
                <a:cs typeface="Arial"/>
                <a:sym typeface="Arial"/>
              </a:endParaRPr>
            </a:p>
          </p:txBody>
        </p:sp>
        <p:sp>
          <p:nvSpPr>
            <p:cNvPr id="390" name="Google Shape;390;p12"/>
            <p:cNvSpPr/>
            <p:nvPr/>
          </p:nvSpPr>
          <p:spPr>
            <a:xfrm>
              <a:off x="4995225" y="1480875"/>
              <a:ext cx="2073300" cy="2393100"/>
            </a:xfrm>
            <a:prstGeom prst="star6">
              <a:avLst>
                <a:gd name="adj" fmla="val 37076"/>
                <a:gd name="hf" fmla="val 115470"/>
              </a:avLst>
            </a:prstGeom>
            <a:solidFill>
              <a:schemeClr val="dk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a:solidFill>
                  <a:schemeClr val="dk1"/>
                </a:solidFill>
                <a:latin typeface="Arial"/>
                <a:ea typeface="Arial"/>
                <a:cs typeface="Arial"/>
                <a:sym typeface="Arial"/>
              </a:endParaRPr>
            </a:p>
          </p:txBody>
        </p:sp>
        <p:sp>
          <p:nvSpPr>
            <p:cNvPr id="391" name="Google Shape;391;p12"/>
            <p:cNvSpPr txBox="1"/>
            <p:nvPr/>
          </p:nvSpPr>
          <p:spPr>
            <a:xfrm>
              <a:off x="5054551" y="631775"/>
              <a:ext cx="1876500"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What is the specific problem?</a:t>
              </a:r>
              <a:endParaRPr sz="1200" b="1" dirty="0">
                <a:solidFill>
                  <a:schemeClr val="dk2"/>
                </a:solidFill>
                <a:latin typeface="Arial"/>
                <a:ea typeface="Arial"/>
                <a:cs typeface="Arial"/>
                <a:sym typeface="Arial"/>
              </a:endParaRPr>
            </a:p>
            <a:p>
              <a:pPr marL="0" marR="0" lvl="0" indent="0" algn="l" rtl="0">
                <a:spcBef>
                  <a:spcPts val="0"/>
                </a:spcBef>
                <a:spcAft>
                  <a:spcPts val="0"/>
                </a:spcAft>
                <a:buNone/>
              </a:pPr>
              <a:r>
                <a:rPr lang="en-AU" sz="1200" b="1" dirty="0">
                  <a:solidFill>
                    <a:schemeClr val="dk2"/>
                  </a:solidFill>
                  <a:latin typeface="Arial"/>
                  <a:ea typeface="Arial"/>
                  <a:cs typeface="Arial"/>
                  <a:sym typeface="Arial"/>
                </a:rPr>
                <a:t>Not enough trees</a:t>
              </a:r>
              <a:endParaRPr sz="1200" b="1" dirty="0">
                <a:solidFill>
                  <a:schemeClr val="dk2"/>
                </a:solidFill>
                <a:latin typeface="Arial"/>
                <a:ea typeface="Arial"/>
                <a:cs typeface="Arial"/>
                <a:sym typeface="Arial"/>
              </a:endParaRPr>
            </a:p>
          </p:txBody>
        </p:sp>
        <p:sp>
          <p:nvSpPr>
            <p:cNvPr id="392" name="Google Shape;392;p12"/>
            <p:cNvSpPr txBox="1"/>
            <p:nvPr/>
          </p:nvSpPr>
          <p:spPr>
            <a:xfrm>
              <a:off x="6602037" y="1466925"/>
              <a:ext cx="1752436"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Who will you be helping?</a:t>
              </a:r>
            </a:p>
            <a:p>
              <a:pPr marL="0" marR="0" lvl="0" indent="0" algn="l" rtl="0">
                <a:spcBef>
                  <a:spcPts val="0"/>
                </a:spcBef>
                <a:spcAft>
                  <a:spcPts val="0"/>
                </a:spcAft>
                <a:buNone/>
              </a:pPr>
              <a:r>
                <a:rPr lang="en-GB" sz="1200" b="1" dirty="0" err="1">
                  <a:solidFill>
                    <a:schemeClr val="dk2"/>
                  </a:solidFill>
                </a:rPr>
                <a:t>wveryone</a:t>
              </a:r>
              <a:endParaRPr sz="1200" b="1" dirty="0">
                <a:solidFill>
                  <a:schemeClr val="dk2"/>
                </a:solidFill>
                <a:latin typeface="Arial"/>
                <a:ea typeface="Arial"/>
                <a:cs typeface="Arial"/>
                <a:sym typeface="Arial"/>
              </a:endParaRPr>
            </a:p>
          </p:txBody>
        </p:sp>
        <p:sp>
          <p:nvSpPr>
            <p:cNvPr id="393" name="Google Shape;393;p12"/>
            <p:cNvSpPr txBox="1"/>
            <p:nvPr/>
          </p:nvSpPr>
          <p:spPr>
            <a:xfrm>
              <a:off x="5216475" y="3873975"/>
              <a:ext cx="1630800"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Where will this be used?</a:t>
              </a:r>
              <a:br>
                <a:rPr lang="en-GB" sz="1200" b="1" dirty="0">
                  <a:solidFill>
                    <a:schemeClr val="dk2"/>
                  </a:solidFill>
                  <a:latin typeface="Arial"/>
                  <a:ea typeface="Arial"/>
                  <a:cs typeface="Arial"/>
                  <a:sym typeface="Arial"/>
                </a:rPr>
              </a:br>
              <a:r>
                <a:rPr lang="en-GB" sz="1200" b="1" dirty="0">
                  <a:solidFill>
                    <a:schemeClr val="dk2"/>
                  </a:solidFill>
                  <a:latin typeface="Arial"/>
                  <a:ea typeface="Arial"/>
                  <a:cs typeface="Arial"/>
                  <a:sym typeface="Arial"/>
                </a:rPr>
                <a:t>everywhere</a:t>
              </a:r>
              <a:endParaRPr sz="1200" b="1" dirty="0">
                <a:solidFill>
                  <a:schemeClr val="dk2"/>
                </a:solidFill>
                <a:latin typeface="Arial"/>
                <a:ea typeface="Arial"/>
                <a:cs typeface="Arial"/>
                <a:sym typeface="Arial"/>
              </a:endParaRPr>
            </a:p>
          </p:txBody>
        </p:sp>
        <p:sp>
          <p:nvSpPr>
            <p:cNvPr id="394" name="Google Shape;394;p12"/>
            <p:cNvSpPr txBox="1"/>
            <p:nvPr/>
          </p:nvSpPr>
          <p:spPr>
            <a:xfrm>
              <a:off x="3749938" y="2794934"/>
              <a:ext cx="1208400" cy="7480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Why is it needed?</a:t>
              </a:r>
            </a:p>
            <a:p>
              <a:pPr marL="0" marR="0" lvl="0" indent="0" algn="l" rtl="0">
                <a:spcBef>
                  <a:spcPts val="0"/>
                </a:spcBef>
                <a:spcAft>
                  <a:spcPts val="0"/>
                </a:spcAft>
                <a:buNone/>
              </a:pPr>
              <a:r>
                <a:rPr lang="en-GB" sz="1200" b="1" dirty="0">
                  <a:solidFill>
                    <a:schemeClr val="dk2"/>
                  </a:solidFill>
                </a:rPr>
                <a:t>Because eth earth is going in a bad direction</a:t>
              </a:r>
              <a:endParaRPr sz="1200" b="1" dirty="0">
                <a:solidFill>
                  <a:schemeClr val="dk2"/>
                </a:solidFill>
                <a:latin typeface="Arial"/>
                <a:ea typeface="Arial"/>
                <a:cs typeface="Arial"/>
                <a:sym typeface="Arial"/>
              </a:endParaRPr>
            </a:p>
          </p:txBody>
        </p:sp>
        <p:sp>
          <p:nvSpPr>
            <p:cNvPr id="395" name="Google Shape;395;p12"/>
            <p:cNvSpPr txBox="1"/>
            <p:nvPr/>
          </p:nvSpPr>
          <p:spPr>
            <a:xfrm>
              <a:off x="4116674" y="1476773"/>
              <a:ext cx="1283601" cy="748058"/>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How could it help?</a:t>
              </a:r>
              <a:br>
                <a:rPr lang="en-GB" sz="1200" b="1" dirty="0">
                  <a:solidFill>
                    <a:schemeClr val="dk2"/>
                  </a:solidFill>
                  <a:latin typeface="Arial"/>
                  <a:ea typeface="Arial"/>
                  <a:cs typeface="Arial"/>
                  <a:sym typeface="Arial"/>
                </a:rPr>
              </a:br>
              <a:r>
                <a:rPr lang="en-GB" sz="1200" b="1" dirty="0">
                  <a:solidFill>
                    <a:schemeClr val="dk2"/>
                  </a:solidFill>
                  <a:latin typeface="Arial"/>
                  <a:ea typeface="Arial"/>
                  <a:cs typeface="Arial"/>
                  <a:sym typeface="Arial"/>
                </a:rPr>
                <a:t>Because there would be more people</a:t>
              </a:r>
              <a:endParaRPr sz="1200" b="1" dirty="0">
                <a:solidFill>
                  <a:schemeClr val="dk2"/>
                </a:solidFill>
                <a:latin typeface="Arial"/>
                <a:ea typeface="Arial"/>
                <a:cs typeface="Arial"/>
                <a:sym typeface="Arial"/>
              </a:endParaRPr>
            </a:p>
          </p:txBody>
        </p:sp>
        <p:sp>
          <p:nvSpPr>
            <p:cNvPr id="396" name="Google Shape;396;p12"/>
            <p:cNvSpPr txBox="1"/>
            <p:nvPr/>
          </p:nvSpPr>
          <p:spPr>
            <a:xfrm>
              <a:off x="5286875" y="1895430"/>
              <a:ext cx="1507500" cy="1589657"/>
            </a:xfrm>
            <a:prstGeom prst="rect">
              <a:avLst/>
            </a:prstGeom>
            <a:noFill/>
            <a:ln>
              <a:noFill/>
            </a:ln>
          </p:spPr>
          <p:txBody>
            <a:bodyPr spcFirstLastPara="1" wrap="square" lIns="121900" tIns="121900" rIns="121900" bIns="121900" anchor="t" anchorCtr="0">
              <a:spAutoFit/>
            </a:bodyPr>
            <a:lstStyle/>
            <a:p>
              <a:pPr marL="0" marR="0" lvl="0" indent="0" algn="ctr" rtl="0">
                <a:lnSpc>
                  <a:spcPct val="150000"/>
                </a:lnSpc>
                <a:spcBef>
                  <a:spcPts val="0"/>
                </a:spcBef>
                <a:spcAft>
                  <a:spcPts val="0"/>
                </a:spcAft>
                <a:buNone/>
              </a:pPr>
              <a:r>
                <a:rPr lang="en-GB" sz="1600" b="1">
                  <a:solidFill>
                    <a:schemeClr val="lt1"/>
                  </a:solidFill>
                  <a:latin typeface="Arial"/>
                  <a:ea typeface="Arial"/>
                  <a:cs typeface="Arial"/>
                  <a:sym typeface="Arial"/>
                </a:rPr>
                <a:t>What is the specific problem or opportunity you are hoping to address?</a:t>
              </a:r>
              <a:endParaRPr sz="1600" b="1">
                <a:solidFill>
                  <a:schemeClr val="lt1"/>
                </a:solidFill>
                <a:latin typeface="Arial"/>
                <a:ea typeface="Arial"/>
                <a:cs typeface="Arial"/>
                <a:sym typeface="Arial"/>
              </a:endParaRPr>
            </a:p>
          </p:txBody>
        </p:sp>
        <p:sp>
          <p:nvSpPr>
            <p:cNvPr id="397" name="Google Shape;397;p12"/>
            <p:cNvSpPr txBox="1"/>
            <p:nvPr/>
          </p:nvSpPr>
          <p:spPr>
            <a:xfrm>
              <a:off x="7105411" y="2794934"/>
              <a:ext cx="1630800" cy="467525"/>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200" b="1" dirty="0">
                  <a:solidFill>
                    <a:schemeClr val="dk2"/>
                  </a:solidFill>
                  <a:latin typeface="Arial"/>
                  <a:ea typeface="Arial"/>
                  <a:cs typeface="Arial"/>
                  <a:sym typeface="Arial"/>
                </a:rPr>
                <a:t>When will this be used?</a:t>
              </a:r>
              <a:br>
                <a:rPr lang="en-GB" sz="1200" b="1" dirty="0">
                  <a:solidFill>
                    <a:schemeClr val="dk2"/>
                  </a:solidFill>
                  <a:latin typeface="Arial"/>
                  <a:ea typeface="Arial"/>
                  <a:cs typeface="Arial"/>
                  <a:sym typeface="Arial"/>
                </a:rPr>
              </a:br>
              <a:r>
                <a:rPr lang="en-GB" sz="1200" b="1" dirty="0">
                  <a:solidFill>
                    <a:schemeClr val="dk2"/>
                  </a:solidFill>
                  <a:latin typeface="Arial"/>
                  <a:ea typeface="Arial"/>
                  <a:cs typeface="Arial"/>
                  <a:sym typeface="Arial"/>
                </a:rPr>
                <a:t>I don’t know</a:t>
              </a:r>
              <a:endParaRPr sz="1200" b="1" dirty="0">
                <a:solidFill>
                  <a:schemeClr val="dk2"/>
                </a:solidFill>
                <a:latin typeface="Arial"/>
                <a:ea typeface="Arial"/>
                <a:cs typeface="Arial"/>
                <a:sym typeface="Arial"/>
              </a:endParaRPr>
            </a:p>
          </p:txBody>
        </p:sp>
      </p:grpSp>
      <p:grpSp>
        <p:nvGrpSpPr>
          <p:cNvPr id="398" name="Google Shape;398;p12"/>
          <p:cNvGrpSpPr/>
          <p:nvPr/>
        </p:nvGrpSpPr>
        <p:grpSpPr>
          <a:xfrm>
            <a:off x="-73795" y="0"/>
            <a:ext cx="493925" cy="6858300"/>
            <a:chOff x="-83523" y="0"/>
            <a:chExt cx="493925" cy="6858300"/>
          </a:xfrm>
        </p:grpSpPr>
        <p:sp>
          <p:nvSpPr>
            <p:cNvPr id="399" name="Google Shape;399;p12"/>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0" name="Google Shape;400;p12"/>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1" name="Google Shape;401;p12"/>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2" name="Google Shape;402;p12"/>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3" name="Google Shape;403;p12"/>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04" name="Google Shape;404;p12"/>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05" name="Google Shape;405;p12"/>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06" name="Google Shape;406;p12"/>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07" name="Google Shape;407;p12"/>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08" name="Google Shape;408;p12"/>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3"/>
          <p:cNvSpPr/>
          <p:nvPr/>
        </p:nvSpPr>
        <p:spPr>
          <a:xfrm>
            <a:off x="326879" y="-67"/>
            <a:ext cx="1186500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1067">
              <a:solidFill>
                <a:schemeClr val="dk1"/>
              </a:solidFill>
              <a:latin typeface="Arial"/>
              <a:ea typeface="Arial"/>
              <a:cs typeface="Arial"/>
              <a:sym typeface="Arial"/>
            </a:endParaRPr>
          </a:p>
        </p:txBody>
      </p:sp>
      <p:sp>
        <p:nvSpPr>
          <p:cNvPr id="414" name="Google Shape;414;p13"/>
          <p:cNvSpPr txBox="1"/>
          <p:nvPr/>
        </p:nvSpPr>
        <p:spPr>
          <a:xfrm>
            <a:off x="4404733" y="170395"/>
            <a:ext cx="6932000"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Evaluation Criteria</a:t>
            </a:r>
            <a:endParaRPr sz="2133" b="1">
              <a:solidFill>
                <a:schemeClr val="lt1"/>
              </a:solidFill>
              <a:latin typeface="Arial"/>
              <a:ea typeface="Arial"/>
              <a:cs typeface="Arial"/>
              <a:sym typeface="Arial"/>
            </a:endParaRPr>
          </a:p>
        </p:txBody>
      </p:sp>
      <p:sp>
        <p:nvSpPr>
          <p:cNvPr id="415" name="Google Shape;415;p13"/>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416" name="Google Shape;416;p13"/>
          <p:cNvSpPr txBox="1"/>
          <p:nvPr/>
        </p:nvSpPr>
        <p:spPr>
          <a:xfrm>
            <a:off x="568272" y="745038"/>
            <a:ext cx="2944677" cy="4461566"/>
          </a:xfrm>
          <a:prstGeom prst="rect">
            <a:avLst/>
          </a:prstGeom>
          <a:noFill/>
          <a:ln>
            <a:noFill/>
          </a:ln>
        </p:spPr>
        <p:txBody>
          <a:bodyPr spcFirstLastPara="1" wrap="square" lIns="121900" tIns="121900" rIns="121900" bIns="121900" anchor="t" anchorCtr="0">
            <a:spAutoFit/>
          </a:bodyPr>
          <a:lstStyle/>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Develop on a set of evaluation criteria that you will use throughout the design process to evaluate your design concepts.</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Use information from your research and design brief starburst to identify 5 important requirements for your design concept.</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a:solidFill>
                  <a:schemeClr val="dk1"/>
                </a:solidFill>
                <a:latin typeface="Arial"/>
                <a:ea typeface="Arial"/>
                <a:cs typeface="Arial"/>
                <a:sym typeface="Arial"/>
              </a:rPr>
              <a:t>You can use the following prompts to start your criteria.</a:t>
            </a: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must …</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should…</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GB" sz="1333" b="1">
                <a:solidFill>
                  <a:schemeClr val="dk1"/>
                </a:solidFill>
                <a:latin typeface="Arial"/>
                <a:ea typeface="Arial"/>
                <a:cs typeface="Arial"/>
                <a:sym typeface="Arial"/>
              </a:rPr>
              <a:t>It will…</a:t>
            </a:r>
            <a:endParaRPr sz="1333" b="1">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endParaRPr sz="1333">
              <a:solidFill>
                <a:schemeClr val="dk1"/>
              </a:solidFill>
              <a:latin typeface="Arial"/>
              <a:ea typeface="Arial"/>
              <a:cs typeface="Arial"/>
              <a:sym typeface="Arial"/>
            </a:endParaRPr>
          </a:p>
          <a:p>
            <a:pPr marL="0" marR="0" lvl="0" indent="0" algn="l" rtl="0">
              <a:spcBef>
                <a:spcPts val="0"/>
              </a:spcBef>
              <a:spcAft>
                <a:spcPts val="0"/>
              </a:spcAft>
              <a:buNone/>
            </a:pPr>
            <a:endParaRPr sz="1333" b="1">
              <a:solidFill>
                <a:schemeClr val="dk1"/>
              </a:solidFill>
              <a:latin typeface="Arial"/>
              <a:ea typeface="Arial"/>
              <a:cs typeface="Arial"/>
              <a:sym typeface="Arial"/>
            </a:endParaRPr>
          </a:p>
        </p:txBody>
      </p:sp>
      <p:sp>
        <p:nvSpPr>
          <p:cNvPr id="417" name="Google Shape;417;p13"/>
          <p:cNvSpPr txBox="1"/>
          <p:nvPr/>
        </p:nvSpPr>
        <p:spPr>
          <a:xfrm>
            <a:off x="265033" y="234516"/>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sz="1333" b="1">
              <a:solidFill>
                <a:schemeClr val="dk1"/>
              </a:solidFill>
              <a:latin typeface="Arial"/>
              <a:ea typeface="Arial"/>
              <a:cs typeface="Arial"/>
              <a:sym typeface="Arial"/>
            </a:endParaRPr>
          </a:p>
        </p:txBody>
      </p:sp>
      <p:grpSp>
        <p:nvGrpSpPr>
          <p:cNvPr id="418" name="Google Shape;418;p13"/>
          <p:cNvGrpSpPr/>
          <p:nvPr/>
        </p:nvGrpSpPr>
        <p:grpSpPr>
          <a:xfrm>
            <a:off x="4404734" y="745037"/>
            <a:ext cx="6932033" cy="5857240"/>
            <a:chOff x="3303550" y="850975"/>
            <a:chExt cx="5199025" cy="3872000"/>
          </a:xfrm>
        </p:grpSpPr>
        <p:sp>
          <p:nvSpPr>
            <p:cNvPr id="419" name="Google Shape;419;p13"/>
            <p:cNvSpPr/>
            <p:nvPr/>
          </p:nvSpPr>
          <p:spPr>
            <a:xfrm>
              <a:off x="3303575" y="8509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r>
                <a:rPr lang="en-GB" sz="2400" b="1">
                  <a:solidFill>
                    <a:schemeClr val="dk1"/>
                  </a:solidFill>
                  <a:latin typeface="Arial"/>
                  <a:ea typeface="Arial"/>
                  <a:cs typeface="Arial"/>
                  <a:sym typeface="Arial"/>
                </a:rPr>
                <a:t>It must</a:t>
              </a:r>
              <a:r>
                <a:rPr lang="en-GB" sz="2400">
                  <a:solidFill>
                    <a:schemeClr val="dk1"/>
                  </a:solidFill>
                  <a:latin typeface="Arial"/>
                  <a:ea typeface="Arial"/>
                  <a:cs typeface="Arial"/>
                  <a:sym typeface="Arial"/>
                </a:rPr>
                <a:t> be sustainable</a:t>
              </a:r>
              <a:endParaRPr sz="2400">
                <a:solidFill>
                  <a:schemeClr val="dk1"/>
                </a:solidFill>
                <a:latin typeface="Arial"/>
                <a:ea typeface="Arial"/>
                <a:cs typeface="Arial"/>
                <a:sym typeface="Arial"/>
              </a:endParaRPr>
            </a:p>
          </p:txBody>
        </p:sp>
        <p:sp>
          <p:nvSpPr>
            <p:cNvPr id="420" name="Google Shape;420;p13"/>
            <p:cNvSpPr/>
            <p:nvPr/>
          </p:nvSpPr>
          <p:spPr>
            <a:xfrm>
              <a:off x="3303575" y="16416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ctr" rtl="0">
                <a:spcBef>
                  <a:spcPts val="0"/>
                </a:spcBef>
                <a:spcAft>
                  <a:spcPts val="0"/>
                </a:spcAft>
                <a:buNone/>
              </a:pPr>
              <a:endParaRPr sz="2400" b="1">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It will </a:t>
              </a:r>
              <a:r>
                <a:rPr lang="en-GB" sz="2000">
                  <a:solidFill>
                    <a:schemeClr val="dk1"/>
                  </a:solidFill>
                  <a:latin typeface="Arial"/>
                  <a:ea typeface="Arial"/>
                  <a:cs typeface="Arial"/>
                  <a:sym typeface="Arial"/>
                </a:rPr>
                <a:t>encourage people to live and work in our town</a:t>
              </a:r>
              <a:endParaRPr/>
            </a:p>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1" name="Google Shape;421;p13"/>
            <p:cNvSpPr/>
            <p:nvPr/>
          </p:nvSpPr>
          <p:spPr>
            <a:xfrm>
              <a:off x="3303575" y="32230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2" name="Google Shape;422;p13"/>
            <p:cNvSpPr/>
            <p:nvPr/>
          </p:nvSpPr>
          <p:spPr>
            <a:xfrm>
              <a:off x="3303575" y="40137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3" name="Google Shape;423;p13"/>
            <p:cNvSpPr/>
            <p:nvPr/>
          </p:nvSpPr>
          <p:spPr>
            <a:xfrm>
              <a:off x="3303550" y="2432375"/>
              <a:ext cx="5199000" cy="709200"/>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lvl="0"/>
              <a:r>
                <a:rPr lang="en-US" sz="2400" dirty="0"/>
                <a:t>It should reduce pollution and protect the environment</a:t>
              </a:r>
              <a:endParaRPr sz="2400" dirty="0">
                <a:solidFill>
                  <a:schemeClr val="dk1"/>
                </a:solidFill>
                <a:latin typeface="Arial"/>
                <a:ea typeface="Arial"/>
                <a:cs typeface="Arial"/>
                <a:sym typeface="Arial"/>
              </a:endParaRPr>
            </a:p>
          </p:txBody>
        </p:sp>
      </p:grpSp>
      <p:grpSp>
        <p:nvGrpSpPr>
          <p:cNvPr id="424" name="Google Shape;424;p13"/>
          <p:cNvGrpSpPr/>
          <p:nvPr/>
        </p:nvGrpSpPr>
        <p:grpSpPr>
          <a:xfrm>
            <a:off x="-73795" y="0"/>
            <a:ext cx="493925" cy="6858300"/>
            <a:chOff x="-83523" y="0"/>
            <a:chExt cx="493925" cy="6858300"/>
          </a:xfrm>
        </p:grpSpPr>
        <p:sp>
          <p:nvSpPr>
            <p:cNvPr id="425" name="Google Shape;425;p13"/>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6" name="Google Shape;426;p13"/>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7" name="Google Shape;427;p13"/>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8" name="Google Shape;428;p13"/>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29" name="Google Shape;429;p13"/>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30" name="Google Shape;430;p13"/>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31" name="Google Shape;431;p13"/>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32" name="Google Shape;432;p13"/>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33" name="Google Shape;433;p13"/>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34" name="Google Shape;434;p13"/>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3" name="TextBox 2">
            <a:extLst>
              <a:ext uri="{FF2B5EF4-FFF2-40B4-BE49-F238E27FC236}">
                <a16:creationId xmlns:a16="http://schemas.microsoft.com/office/drawing/2014/main" id="{EA9B3A37-5A61-7DF0-DE33-62BE5149347B}"/>
              </a:ext>
            </a:extLst>
          </p:cNvPr>
          <p:cNvSpPr txBox="1"/>
          <p:nvPr/>
        </p:nvSpPr>
        <p:spPr>
          <a:xfrm>
            <a:off x="4803069" y="4715873"/>
            <a:ext cx="6135328" cy="523220"/>
          </a:xfrm>
          <a:prstGeom prst="rect">
            <a:avLst/>
          </a:prstGeom>
          <a:noFill/>
        </p:spPr>
        <p:txBody>
          <a:bodyPr wrap="square">
            <a:spAutoFit/>
          </a:bodyPr>
          <a:lstStyle/>
          <a:p>
            <a:r>
              <a:rPr lang="en-US" b="1"/>
              <a:t>It will improve quality of life by making the town safer and easier to move around</a:t>
            </a:r>
            <a:endParaRPr lang="en-US">
              <a:effectLst/>
            </a:endParaRPr>
          </a:p>
        </p:txBody>
      </p:sp>
      <p:sp>
        <p:nvSpPr>
          <p:cNvPr id="5" name="TextBox 4">
            <a:extLst>
              <a:ext uri="{FF2B5EF4-FFF2-40B4-BE49-F238E27FC236}">
                <a16:creationId xmlns:a16="http://schemas.microsoft.com/office/drawing/2014/main" id="{1DB3EA33-48F8-6DC2-BC9C-745D4A7F14E2}"/>
              </a:ext>
            </a:extLst>
          </p:cNvPr>
          <p:cNvSpPr txBox="1"/>
          <p:nvPr/>
        </p:nvSpPr>
        <p:spPr>
          <a:xfrm>
            <a:off x="5073445" y="5758090"/>
            <a:ext cx="6135328" cy="307777"/>
          </a:xfrm>
          <a:prstGeom prst="rect">
            <a:avLst/>
          </a:prstGeom>
          <a:noFill/>
        </p:spPr>
        <p:txBody>
          <a:bodyPr wrap="square">
            <a:spAutoFit/>
          </a:bodyPr>
          <a:lstStyle/>
          <a:p>
            <a:r>
              <a:rPr lang="en-US" dirty="0"/>
              <a:t>It must be affordable for the community to build and maintain</a:t>
            </a:r>
            <a:endParaRPr lang="en-AU"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14"/>
          <p:cNvSpPr/>
          <p:nvPr/>
        </p:nvSpPr>
        <p:spPr>
          <a:xfrm>
            <a:off x="326879" y="0"/>
            <a:ext cx="11864955" cy="6858000"/>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40" name="Google Shape;440;p14"/>
          <p:cNvGraphicFramePr/>
          <p:nvPr/>
        </p:nvGraphicFramePr>
        <p:xfrm>
          <a:off x="4012667" y="705558"/>
          <a:ext cx="7713700" cy="5896725"/>
        </p:xfrm>
        <a:graphic>
          <a:graphicData uri="http://schemas.openxmlformats.org/drawingml/2006/table">
            <a:tbl>
              <a:tblPr>
                <a:noFill/>
                <a:tableStyleId>{E5B5EC9E-9983-4339-AEF5-35140938B591}</a:tableStyleId>
              </a:tblPr>
              <a:tblGrid>
                <a:gridCol w="1509375">
                  <a:extLst>
                    <a:ext uri="{9D8B030D-6E8A-4147-A177-3AD203B41FA5}">
                      <a16:colId xmlns:a16="http://schemas.microsoft.com/office/drawing/2014/main" val="20000"/>
                    </a:ext>
                  </a:extLst>
                </a:gridCol>
                <a:gridCol w="1509375">
                  <a:extLst>
                    <a:ext uri="{9D8B030D-6E8A-4147-A177-3AD203B41FA5}">
                      <a16:colId xmlns:a16="http://schemas.microsoft.com/office/drawing/2014/main" val="20001"/>
                    </a:ext>
                  </a:extLst>
                </a:gridCol>
                <a:gridCol w="1509375">
                  <a:extLst>
                    <a:ext uri="{9D8B030D-6E8A-4147-A177-3AD203B41FA5}">
                      <a16:colId xmlns:a16="http://schemas.microsoft.com/office/drawing/2014/main" val="20002"/>
                    </a:ext>
                  </a:extLst>
                </a:gridCol>
                <a:gridCol w="1509375">
                  <a:extLst>
                    <a:ext uri="{9D8B030D-6E8A-4147-A177-3AD203B41FA5}">
                      <a16:colId xmlns:a16="http://schemas.microsoft.com/office/drawing/2014/main" val="20003"/>
                    </a:ext>
                  </a:extLst>
                </a:gridCol>
                <a:gridCol w="1676200">
                  <a:extLst>
                    <a:ext uri="{9D8B030D-6E8A-4147-A177-3AD203B41FA5}">
                      <a16:colId xmlns:a16="http://schemas.microsoft.com/office/drawing/2014/main" val="20004"/>
                    </a:ext>
                  </a:extLst>
                </a:gridCol>
              </a:tblGrid>
              <a:tr h="554800">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55480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waste sorting &amp; recycling tech</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Zero-waste community initiatives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Laws to protect ecosystems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Entrepreneurship training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Advanced water recycling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Climate-resistant buildings &amp; early warning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business incubators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Stronger climate adaptation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climate change adaptation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Electric vehicle charging stations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2"/>
                  </a:ext>
                </a:extLst>
              </a:tr>
              <a:tr h="6507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transport systems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Local networking &amp; mentoring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Rent control &amp; affordable housing policies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Career education focused on regional opportunities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Better road and bridge maintenance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3"/>
                  </a:ext>
                </a:extLst>
              </a:tr>
              <a:tr h="7544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3D-printed eco-homes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Cooperative housing projects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Government investment in roads &amp; public services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students about infrastructure planning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Expanded public transport networks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4"/>
                  </a:ext>
                </a:extLst>
              </a:tr>
              <a:tr h="693525">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AI-powered mental health apps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Emergency response teams &amp; resilience training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Free regional mental health clinics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Mental health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High-speed internet for all areas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5"/>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Online marketplaces for local goods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Peer support &amp; well-being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Funding for regional job creation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Sustainability education programs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Smart grids for renewable energy</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6"/>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Remote work hubs &amp; co-working spaces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Community tree-planting &amp; wildlife protection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Tax incentives for startups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Teaching sustainable housing design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Affordable modular housing developments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7"/>
                  </a:ext>
                </a:extLst>
              </a:tr>
              <a:tr h="644650">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Rewilding projects &amp; AI conservation tracking</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Volunteer repair &amp; maintenance groups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Bans on single-use plastics &amp; stronger regulations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Environmental education in schools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0" i="0" u="none" strike="noStrike" cap="none">
                          <a:solidFill>
                            <a:srgbClr val="000000"/>
                          </a:solidFill>
                          <a:latin typeface="Arial"/>
                          <a:ea typeface="Arial"/>
                          <a:cs typeface="Arial"/>
                          <a:sym typeface="Arial"/>
                        </a:rPr>
                        <a:t>Green urban spaces &amp; rooftop gardens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8"/>
                  </a:ext>
                </a:extLst>
              </a:tr>
            </a:tbl>
          </a:graphicData>
        </a:graphic>
      </p:graphicFrame>
      <p:sp>
        <p:nvSpPr>
          <p:cNvPr id="441" name="Google Shape;441;p14"/>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42" name="Google Shape;442;p14"/>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your personal knowledge and this Morphological Matrix to help generate ideas for the type of designs you will create for an audience of your choosing.</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On the next page, you can mix and match options from each column to generate different design options.</a:t>
            </a:r>
            <a:endParaRPr sz="1333">
              <a:solidFill>
                <a:schemeClr val="dk1"/>
              </a:solidFill>
              <a:latin typeface="Arial"/>
              <a:ea typeface="Arial"/>
              <a:cs typeface="Arial"/>
              <a:sym typeface="Arial"/>
            </a:endParaRPr>
          </a:p>
        </p:txBody>
      </p:sp>
      <p:sp>
        <p:nvSpPr>
          <p:cNvPr id="443" name="Google Shape;443;p14"/>
          <p:cNvSpPr txBox="1"/>
          <p:nvPr/>
        </p:nvSpPr>
        <p:spPr>
          <a:xfrm>
            <a:off x="5534847" y="112561"/>
            <a:ext cx="4604564" cy="57441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133" b="1">
                <a:solidFill>
                  <a:schemeClr val="lt1"/>
                </a:solidFill>
                <a:latin typeface="Arial"/>
                <a:ea typeface="Arial"/>
                <a:cs typeface="Arial"/>
                <a:sym typeface="Arial"/>
              </a:rPr>
              <a:t>Morphological Matrix</a:t>
            </a:r>
            <a:endParaRPr sz="2133" b="1">
              <a:solidFill>
                <a:schemeClr val="lt1"/>
              </a:solidFill>
              <a:latin typeface="Arial"/>
              <a:ea typeface="Arial"/>
              <a:cs typeface="Arial"/>
              <a:sym typeface="Arial"/>
            </a:endParaRPr>
          </a:p>
        </p:txBody>
      </p:sp>
      <p:sp>
        <p:nvSpPr>
          <p:cNvPr id="444" name="Google Shape;444;p14"/>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grpSp>
        <p:nvGrpSpPr>
          <p:cNvPr id="445" name="Google Shape;445;p14"/>
          <p:cNvGrpSpPr/>
          <p:nvPr/>
        </p:nvGrpSpPr>
        <p:grpSpPr>
          <a:xfrm>
            <a:off x="-73795" y="0"/>
            <a:ext cx="493925" cy="6858300"/>
            <a:chOff x="-83523" y="0"/>
            <a:chExt cx="493925" cy="6858300"/>
          </a:xfrm>
        </p:grpSpPr>
        <p:sp>
          <p:nvSpPr>
            <p:cNvPr id="446" name="Google Shape;446;p14"/>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7" name="Google Shape;447;p14"/>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8" name="Google Shape;448;p14"/>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49" name="Google Shape;449;p14"/>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0" name="Google Shape;450;p14"/>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51" name="Google Shape;451;p14"/>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52" name="Google Shape;452;p14"/>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53" name="Google Shape;453;p14"/>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54" name="Google Shape;454;p14"/>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55" name="Google Shape;455;p14"/>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15"/>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graphicFrame>
        <p:nvGraphicFramePr>
          <p:cNvPr id="461" name="Google Shape;461;p15"/>
          <p:cNvGraphicFramePr/>
          <p:nvPr/>
        </p:nvGraphicFramePr>
        <p:xfrm>
          <a:off x="4455432" y="413133"/>
          <a:ext cx="3000000" cy="3000000"/>
        </p:xfrm>
        <a:graphic>
          <a:graphicData uri="http://schemas.openxmlformats.org/drawingml/2006/table">
            <a:tbl>
              <a:tblPr>
                <a:noFill/>
                <a:tableStyleId>{E5B5EC9E-9983-4339-AEF5-35140938B591}</a:tableStyleId>
              </a:tblPr>
              <a:tblGrid>
                <a:gridCol w="1398400">
                  <a:extLst>
                    <a:ext uri="{9D8B030D-6E8A-4147-A177-3AD203B41FA5}">
                      <a16:colId xmlns:a16="http://schemas.microsoft.com/office/drawing/2014/main" val="20000"/>
                    </a:ext>
                  </a:extLst>
                </a:gridCol>
                <a:gridCol w="1398400">
                  <a:extLst>
                    <a:ext uri="{9D8B030D-6E8A-4147-A177-3AD203B41FA5}">
                      <a16:colId xmlns:a16="http://schemas.microsoft.com/office/drawing/2014/main" val="20001"/>
                    </a:ext>
                  </a:extLst>
                </a:gridCol>
                <a:gridCol w="1398400">
                  <a:extLst>
                    <a:ext uri="{9D8B030D-6E8A-4147-A177-3AD203B41FA5}">
                      <a16:colId xmlns:a16="http://schemas.microsoft.com/office/drawing/2014/main" val="20002"/>
                    </a:ext>
                  </a:extLst>
                </a:gridCol>
                <a:gridCol w="1398400">
                  <a:extLst>
                    <a:ext uri="{9D8B030D-6E8A-4147-A177-3AD203B41FA5}">
                      <a16:colId xmlns:a16="http://schemas.microsoft.com/office/drawing/2014/main" val="20003"/>
                    </a:ext>
                  </a:extLst>
                </a:gridCol>
                <a:gridCol w="155295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#1</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86CCC"/>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2" name="Google Shape;462;p15"/>
          <p:cNvGraphicFramePr/>
          <p:nvPr/>
        </p:nvGraphicFramePr>
        <p:xfrm>
          <a:off x="4466733" y="2557715"/>
          <a:ext cx="3000000" cy="3000000"/>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#2</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00B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graphicFrame>
        <p:nvGraphicFramePr>
          <p:cNvPr id="463" name="Google Shape;463;p15"/>
          <p:cNvGraphicFramePr/>
          <p:nvPr/>
        </p:nvGraphicFramePr>
        <p:xfrm>
          <a:off x="4455432" y="4712456"/>
          <a:ext cx="3000000" cy="3000000"/>
        </p:xfrm>
        <a:graphic>
          <a:graphicData uri="http://schemas.openxmlformats.org/drawingml/2006/table">
            <a:tbl>
              <a:tblPr>
                <a:noFill/>
                <a:tableStyleId>{E5B5EC9E-9983-4339-AEF5-35140938B591}</a:tableStyleId>
              </a:tblPr>
              <a:tblGrid>
                <a:gridCol w="1396200">
                  <a:extLst>
                    <a:ext uri="{9D8B030D-6E8A-4147-A177-3AD203B41FA5}">
                      <a16:colId xmlns:a16="http://schemas.microsoft.com/office/drawing/2014/main" val="20000"/>
                    </a:ext>
                  </a:extLst>
                </a:gridCol>
                <a:gridCol w="1396200">
                  <a:extLst>
                    <a:ext uri="{9D8B030D-6E8A-4147-A177-3AD203B41FA5}">
                      <a16:colId xmlns:a16="http://schemas.microsoft.com/office/drawing/2014/main" val="20001"/>
                    </a:ext>
                  </a:extLst>
                </a:gridCol>
                <a:gridCol w="1396200">
                  <a:extLst>
                    <a:ext uri="{9D8B030D-6E8A-4147-A177-3AD203B41FA5}">
                      <a16:colId xmlns:a16="http://schemas.microsoft.com/office/drawing/2014/main" val="20002"/>
                    </a:ext>
                  </a:extLst>
                </a:gridCol>
                <a:gridCol w="1396200">
                  <a:extLst>
                    <a:ext uri="{9D8B030D-6E8A-4147-A177-3AD203B41FA5}">
                      <a16:colId xmlns:a16="http://schemas.microsoft.com/office/drawing/2014/main" val="20003"/>
                    </a:ext>
                  </a:extLst>
                </a:gridCol>
                <a:gridCol w="1550500">
                  <a:extLst>
                    <a:ext uri="{9D8B030D-6E8A-4147-A177-3AD203B41FA5}">
                      <a16:colId xmlns:a16="http://schemas.microsoft.com/office/drawing/2014/main" val="20004"/>
                    </a:ext>
                  </a:extLst>
                </a:gridCol>
              </a:tblGrid>
              <a:tr h="760525">
                <a:tc gridSpan="5">
                  <a:txBody>
                    <a:bodyPr/>
                    <a:lstStyle/>
                    <a:p>
                      <a:pPr marL="0" marR="0" lvl="0" indent="0" algn="ctr" rtl="0">
                        <a:spcBef>
                          <a:spcPts val="0"/>
                        </a:spcBef>
                        <a:spcAft>
                          <a:spcPts val="0"/>
                        </a:spcAft>
                        <a:buClr>
                          <a:schemeClr val="dk1"/>
                        </a:buClr>
                        <a:buSzPts val="1100"/>
                        <a:buFont typeface="Arial"/>
                        <a:buNone/>
                      </a:pPr>
                      <a:r>
                        <a:rPr lang="en-GB" sz="1700" u="none" strike="noStrike" cap="none">
                          <a:solidFill>
                            <a:schemeClr val="dk1"/>
                          </a:solidFill>
                        </a:rPr>
                        <a:t>Design Option #3</a:t>
                      </a: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65725">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Technology-Based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FFF2CC"/>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Community &amp; Social Solution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9EAD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Policy &amp; Government Action</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D0E0E3"/>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Education &amp; Awareness</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9DAF8"/>
                    </a:solidFill>
                  </a:tcPr>
                </a:tc>
                <a:tc>
                  <a:txBody>
                    <a:bodyPr/>
                    <a:lstStyle/>
                    <a:p>
                      <a:pPr marL="0" marR="0" lvl="0" indent="0" algn="ctr" rtl="0">
                        <a:spcBef>
                          <a:spcPts val="0"/>
                        </a:spcBef>
                        <a:spcAft>
                          <a:spcPts val="0"/>
                        </a:spcAft>
                        <a:buNone/>
                      </a:pPr>
                      <a:r>
                        <a:rPr lang="en-GB" sz="1100" b="1" i="0" u="none" strike="noStrike" cap="none">
                          <a:solidFill>
                            <a:srgbClr val="000000"/>
                          </a:solidFill>
                          <a:latin typeface="Arial"/>
                          <a:ea typeface="Arial"/>
                          <a:cs typeface="Arial"/>
                          <a:sym typeface="Arial"/>
                        </a:rPr>
                        <a:t>Infrastructure</a:t>
                      </a:r>
                      <a:endParaRPr/>
                    </a:p>
                  </a:txBody>
                  <a:tcPr marL="7625" marR="7625" marT="7625" marB="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rgbClr val="CFE2F3"/>
                    </a:solidFill>
                  </a:tcPr>
                </a:tc>
                <a:extLst>
                  <a:ext uri="{0D108BD9-81ED-4DB2-BD59-A6C34878D82A}">
                    <a16:rowId xmlns:a16="http://schemas.microsoft.com/office/drawing/2014/main" val="10001"/>
                  </a:ext>
                </a:extLst>
              </a:tr>
              <a:tr h="727125">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800"/>
                        <a:buFont typeface="Arial"/>
                        <a:buNone/>
                      </a:pPr>
                      <a:endParaRPr sz="800" b="1" u="none" strike="noStrike" cap="none"/>
                    </a:p>
                  </a:txBody>
                  <a:tcPr marL="121900" marR="121900" marT="121900" marB="121900" anchor="ctr">
                    <a:lnL w="9525" cap="flat" cmpd="sng">
                      <a:solidFill>
                        <a:srgbClr val="1F1F1F"/>
                      </a:solidFill>
                      <a:prstDash val="solid"/>
                      <a:round/>
                      <a:headEnd type="none" w="sm" len="sm"/>
                      <a:tailEnd type="none" w="sm" len="sm"/>
                    </a:lnL>
                    <a:lnR w="9525" cap="flat" cmpd="sng">
                      <a:solidFill>
                        <a:srgbClr val="1F1F1F"/>
                      </a:solidFill>
                      <a:prstDash val="solid"/>
                      <a:round/>
                      <a:headEnd type="none" w="sm" len="sm"/>
                      <a:tailEnd type="none" w="sm" len="sm"/>
                    </a:lnR>
                    <a:lnT w="9525" cap="flat" cmpd="sng">
                      <a:solidFill>
                        <a:srgbClr val="1F1F1F"/>
                      </a:solidFill>
                      <a:prstDash val="solid"/>
                      <a:round/>
                      <a:headEnd type="none" w="sm" len="sm"/>
                      <a:tailEnd type="none" w="sm" len="sm"/>
                    </a:lnT>
                    <a:lnB w="9525" cap="flat" cmpd="sng">
                      <a:solidFill>
                        <a:srgbClr val="1F1F1F"/>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bl>
          </a:graphicData>
        </a:graphic>
      </p:graphicFrame>
      <p:sp>
        <p:nvSpPr>
          <p:cNvPr id="464" name="Google Shape;464;p15"/>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65" name="Google Shape;465;p15"/>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Generating &amp; Designing</a:t>
            </a:r>
            <a:endParaRPr/>
          </a:p>
        </p:txBody>
      </p:sp>
      <p:sp>
        <p:nvSpPr>
          <p:cNvPr id="466" name="Google Shape;466;p15"/>
          <p:cNvSpPr/>
          <p:nvPr/>
        </p:nvSpPr>
        <p:spPr>
          <a:xfrm>
            <a:off x="586290" y="705557"/>
            <a:ext cx="2833527"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create 3 possible design options to meet your design challenge.</a:t>
            </a:r>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Get feedback from others to help you decide which one to further develop into a final solution.</a:t>
            </a:r>
            <a:endParaRPr/>
          </a:p>
        </p:txBody>
      </p:sp>
      <p:grpSp>
        <p:nvGrpSpPr>
          <p:cNvPr id="467" name="Google Shape;467;p15"/>
          <p:cNvGrpSpPr/>
          <p:nvPr/>
        </p:nvGrpSpPr>
        <p:grpSpPr>
          <a:xfrm>
            <a:off x="-83523" y="0"/>
            <a:ext cx="493925" cy="6858300"/>
            <a:chOff x="-83523" y="0"/>
            <a:chExt cx="493925" cy="6858300"/>
          </a:xfrm>
        </p:grpSpPr>
        <p:sp>
          <p:nvSpPr>
            <p:cNvPr id="468" name="Google Shape;468;p15"/>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69" name="Google Shape;469;p15"/>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0" name="Google Shape;470;p15"/>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1" name="Google Shape;471;p15"/>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2" name="Google Shape;472;p15"/>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73" name="Google Shape;473;p15"/>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74" name="Google Shape;474;p15"/>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75" name="Google Shape;475;p15"/>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476" name="Google Shape;476;p15"/>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477" name="Google Shape;477;p15"/>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16"/>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483" name="Google Shape;483;p16"/>
          <p:cNvSpPr/>
          <p:nvPr/>
        </p:nvSpPr>
        <p:spPr>
          <a:xfrm>
            <a:off x="0" y="0"/>
            <a:ext cx="12229267" cy="6858000"/>
          </a:xfrm>
          <a:prstGeom prst="rect">
            <a:avLst/>
          </a:prstGeom>
          <a:solidFill>
            <a:srgbClr val="B44484"/>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84" name="Google Shape;484;p16"/>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485" name="Google Shape;485;p16"/>
          <p:cNvSpPr txBox="1"/>
          <p:nvPr/>
        </p:nvSpPr>
        <p:spPr>
          <a:xfrm>
            <a:off x="589998" y="370310"/>
            <a:ext cx="2944677" cy="3077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400" b="1">
                <a:solidFill>
                  <a:schemeClr val="dk1"/>
                </a:solidFill>
                <a:latin typeface="Arial"/>
                <a:ea typeface="Arial"/>
                <a:cs typeface="Arial"/>
                <a:sym typeface="Arial"/>
              </a:rPr>
              <a:t>Generating &amp; Designing</a:t>
            </a:r>
            <a:endParaRPr/>
          </a:p>
        </p:txBody>
      </p:sp>
      <p:sp>
        <p:nvSpPr>
          <p:cNvPr id="486" name="Google Shape;486;p16"/>
          <p:cNvSpPr/>
          <p:nvPr/>
        </p:nvSpPr>
        <p:spPr>
          <a:xfrm>
            <a:off x="3839673" y="278971"/>
            <a:ext cx="8098327" cy="6323307"/>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dirty="0">
              <a:solidFill>
                <a:schemeClr val="dk1"/>
              </a:solidFill>
              <a:latin typeface="Arial"/>
              <a:ea typeface="Arial"/>
              <a:cs typeface="Arial"/>
              <a:sym typeface="Arial"/>
            </a:endParaRPr>
          </a:p>
        </p:txBody>
      </p:sp>
      <p:sp>
        <p:nvSpPr>
          <p:cNvPr id="487" name="Google Shape;487;p16"/>
          <p:cNvSpPr txBox="1"/>
          <p:nvPr/>
        </p:nvSpPr>
        <p:spPr>
          <a:xfrm>
            <a:off x="692548" y="644129"/>
            <a:ext cx="2671160" cy="3247002"/>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00">
                <a:solidFill>
                  <a:schemeClr val="dk1"/>
                </a:solidFill>
                <a:latin typeface="Arial"/>
                <a:ea typeface="Arial"/>
                <a:cs typeface="Arial"/>
                <a:sym typeface="Arial"/>
              </a:rPr>
              <a:t>Sketch your ideas for the features of your future town.</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Use your research to inspire creative and practical ideas.</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Highlight how these features will make the town more sustainable, accessible, and enjoyable for everyone.</a:t>
            </a:r>
            <a:endParaRPr/>
          </a:p>
          <a:p>
            <a:pPr marL="285750" marR="0" lvl="0" indent="-285750" algn="l" rtl="0">
              <a:spcBef>
                <a:spcPts val="0"/>
              </a:spcBef>
              <a:spcAft>
                <a:spcPts val="0"/>
              </a:spcAft>
              <a:buClr>
                <a:schemeClr val="dk1"/>
              </a:buClr>
              <a:buSzPts val="1300"/>
              <a:buFont typeface="Arial"/>
              <a:buChar char="•"/>
            </a:pPr>
            <a:r>
              <a:rPr lang="en-GB" sz="1300" b="1">
                <a:solidFill>
                  <a:schemeClr val="dk1"/>
                </a:solidFill>
                <a:latin typeface="Arial"/>
                <a:ea typeface="Arial"/>
                <a:cs typeface="Arial"/>
                <a:sym typeface="Arial"/>
              </a:rPr>
              <a:t>Add notes to explain </a:t>
            </a:r>
            <a:r>
              <a:rPr lang="en-GB" sz="1300">
                <a:solidFill>
                  <a:schemeClr val="dk1"/>
                </a:solidFill>
                <a:latin typeface="Arial"/>
                <a:ea typeface="Arial"/>
                <a:cs typeface="Arial"/>
                <a:sym typeface="Arial"/>
              </a:rPr>
              <a:t>the purpose, function, and design of each feature.</a:t>
            </a:r>
            <a:endParaRPr/>
          </a:p>
          <a:p>
            <a:pPr marL="285750" marR="0" lvl="0" indent="-285750" algn="l" rtl="0">
              <a:spcBef>
                <a:spcPts val="0"/>
              </a:spcBef>
              <a:spcAft>
                <a:spcPts val="0"/>
              </a:spcAft>
              <a:buClr>
                <a:schemeClr val="dk1"/>
              </a:buClr>
              <a:buSzPts val="1300"/>
              <a:buFont typeface="Arial"/>
              <a:buChar char="•"/>
            </a:pPr>
            <a:r>
              <a:rPr lang="en-GB" sz="1300">
                <a:solidFill>
                  <a:schemeClr val="dk1"/>
                </a:solidFill>
                <a:latin typeface="Arial"/>
                <a:ea typeface="Arial"/>
                <a:cs typeface="Arial"/>
                <a:sym typeface="Arial"/>
              </a:rPr>
              <a:t>You can </a:t>
            </a:r>
            <a:r>
              <a:rPr lang="en-GB" sz="1300" b="1">
                <a:solidFill>
                  <a:schemeClr val="dk1"/>
                </a:solidFill>
                <a:latin typeface="Arial"/>
                <a:ea typeface="Arial"/>
                <a:cs typeface="Arial"/>
                <a:sym typeface="Arial"/>
              </a:rPr>
              <a:t>draw your ideas </a:t>
            </a:r>
            <a:r>
              <a:rPr lang="en-GB" sz="1300">
                <a:solidFill>
                  <a:schemeClr val="dk1"/>
                </a:solidFill>
                <a:latin typeface="Arial"/>
                <a:ea typeface="Arial"/>
                <a:cs typeface="Arial"/>
                <a:sym typeface="Arial"/>
              </a:rPr>
              <a:t>on paper and upload photos or </a:t>
            </a:r>
            <a:r>
              <a:rPr lang="en-GB" sz="1300" b="1">
                <a:solidFill>
                  <a:schemeClr val="dk1"/>
                </a:solidFill>
                <a:latin typeface="Arial"/>
                <a:ea typeface="Arial"/>
                <a:cs typeface="Arial"/>
                <a:sym typeface="Arial"/>
              </a:rPr>
              <a:t>use CAD software </a:t>
            </a:r>
            <a:r>
              <a:rPr lang="en-GB" sz="1300">
                <a:solidFill>
                  <a:schemeClr val="dk1"/>
                </a:solidFill>
                <a:latin typeface="Arial"/>
                <a:ea typeface="Arial"/>
                <a:cs typeface="Arial"/>
                <a:sym typeface="Arial"/>
              </a:rPr>
              <a:t>if preferred. </a:t>
            </a:r>
            <a:endParaRPr/>
          </a:p>
        </p:txBody>
      </p:sp>
      <p:sp>
        <p:nvSpPr>
          <p:cNvPr id="488" name="Google Shape;488;p16"/>
          <p:cNvSpPr txBox="1"/>
          <p:nvPr/>
        </p:nvSpPr>
        <p:spPr>
          <a:xfrm>
            <a:off x="1054304" y="6073571"/>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
        <p:nvSpPr>
          <p:cNvPr id="489" name="Google Shape;489;p16"/>
          <p:cNvSpPr txBox="1"/>
          <p:nvPr/>
        </p:nvSpPr>
        <p:spPr>
          <a:xfrm>
            <a:off x="4791603" y="336955"/>
            <a:ext cx="615901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dk1"/>
                </a:solidFill>
                <a:latin typeface="Arial"/>
                <a:ea typeface="Arial"/>
                <a:cs typeface="Arial"/>
                <a:sym typeface="Arial"/>
              </a:rPr>
              <a:t>Future Town Concept Features</a:t>
            </a:r>
            <a:endParaRPr/>
          </a:p>
        </p:txBody>
      </p:sp>
      <p:pic>
        <p:nvPicPr>
          <p:cNvPr id="490" name="Google Shape;490;p16" descr="48,511 City Block Sketch Royalty-Free Photos and Stock Images | Shutterstock"/>
          <p:cNvPicPr preferRelativeResize="0"/>
          <p:nvPr/>
        </p:nvPicPr>
        <p:blipFill rotWithShape="1">
          <a:blip r:embed="rId3">
            <a:alphaModFix/>
          </a:blip>
          <a:srcRect t="9253" b="9385"/>
          <a:stretch/>
        </p:blipFill>
        <p:spPr>
          <a:xfrm>
            <a:off x="1021883" y="4211291"/>
            <a:ext cx="2079899" cy="1549168"/>
          </a:xfrm>
          <a:prstGeom prst="rect">
            <a:avLst/>
          </a:prstGeom>
          <a:noFill/>
          <a:ln>
            <a:noFill/>
          </a:ln>
        </p:spPr>
      </p:pic>
      <p:grpSp>
        <p:nvGrpSpPr>
          <p:cNvPr id="491" name="Google Shape;491;p16"/>
          <p:cNvGrpSpPr/>
          <p:nvPr/>
        </p:nvGrpSpPr>
        <p:grpSpPr>
          <a:xfrm>
            <a:off x="-83523" y="0"/>
            <a:ext cx="493925" cy="6858300"/>
            <a:chOff x="-83523" y="0"/>
            <a:chExt cx="493925" cy="6858300"/>
          </a:xfrm>
        </p:grpSpPr>
        <p:sp>
          <p:nvSpPr>
            <p:cNvPr id="492" name="Google Shape;492;p16"/>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3" name="Google Shape;493;p16"/>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4" name="Google Shape;494;p16"/>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5" name="Google Shape;495;p16"/>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6" name="Google Shape;496;p16"/>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497" name="Google Shape;497;p16"/>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498" name="Google Shape;498;p16"/>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499" name="Google Shape;499;p16"/>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00" name="Google Shape;500;p16"/>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01" name="Google Shape;501;p16"/>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pic>
        <p:nvPicPr>
          <p:cNvPr id="6" name="Picture 5">
            <a:extLst>
              <a:ext uri="{FF2B5EF4-FFF2-40B4-BE49-F238E27FC236}">
                <a16:creationId xmlns:a16="http://schemas.microsoft.com/office/drawing/2014/main" id="{59B067B3-D0BD-4C36-48F0-4DD0CC4A723D}"/>
              </a:ext>
            </a:extLst>
          </p:cNvPr>
          <p:cNvPicPr>
            <a:picLocks noChangeAspect="1"/>
          </p:cNvPicPr>
          <p:nvPr/>
        </p:nvPicPr>
        <p:blipFill>
          <a:blip r:embed="rId4"/>
          <a:stretch>
            <a:fillRect/>
          </a:stretch>
        </p:blipFill>
        <p:spPr>
          <a:xfrm>
            <a:off x="3990957" y="938350"/>
            <a:ext cx="2488297" cy="1830627"/>
          </a:xfrm>
          <a:prstGeom prst="rect">
            <a:avLst/>
          </a:prstGeom>
        </p:spPr>
      </p:pic>
      <p:pic>
        <p:nvPicPr>
          <p:cNvPr id="7" name="Picture 2" descr="Solarpunk | Aesthetics Wiki | Fandom">
            <a:extLst>
              <a:ext uri="{FF2B5EF4-FFF2-40B4-BE49-F238E27FC236}">
                <a16:creationId xmlns:a16="http://schemas.microsoft.com/office/drawing/2014/main" id="{59E4755F-E2D5-40BD-A58E-7609901610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84252" y="747638"/>
            <a:ext cx="2646901" cy="2906644"/>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E291D0E-4B04-0BEA-71C2-B49B51966A02}"/>
              </a:ext>
            </a:extLst>
          </p:cNvPr>
          <p:cNvPicPr>
            <a:picLocks noChangeAspect="1"/>
          </p:cNvPicPr>
          <p:nvPr/>
        </p:nvPicPr>
        <p:blipFill>
          <a:blip r:embed="rId6"/>
          <a:stretch>
            <a:fillRect/>
          </a:stretch>
        </p:blipFill>
        <p:spPr>
          <a:xfrm rot="10800000" flipV="1">
            <a:off x="3885703" y="2936860"/>
            <a:ext cx="2776584" cy="1983274"/>
          </a:xfrm>
          <a:prstGeom prst="rect">
            <a:avLst/>
          </a:prstGeom>
        </p:spPr>
      </p:pic>
      <p:sp>
        <p:nvSpPr>
          <p:cNvPr id="10" name="TextBox 9">
            <a:extLst>
              <a:ext uri="{FF2B5EF4-FFF2-40B4-BE49-F238E27FC236}">
                <a16:creationId xmlns:a16="http://schemas.microsoft.com/office/drawing/2014/main" id="{4C45EC9C-065A-F2C0-E0CC-D930E960362F}"/>
              </a:ext>
            </a:extLst>
          </p:cNvPr>
          <p:cNvSpPr txBox="1"/>
          <p:nvPr/>
        </p:nvSpPr>
        <p:spPr>
          <a:xfrm>
            <a:off x="6774426" y="3989124"/>
            <a:ext cx="4483509" cy="738664"/>
          </a:xfrm>
          <a:prstGeom prst="rect">
            <a:avLst/>
          </a:prstGeom>
          <a:noFill/>
        </p:spPr>
        <p:txBody>
          <a:bodyPr wrap="square" rtlCol="0">
            <a:spAutoFit/>
          </a:bodyPr>
          <a:lstStyle/>
          <a:p>
            <a:r>
              <a:rPr lang="en-AU" dirty="0"/>
              <a:t>A lot of greenery  everywhere and a lot of solar panels for green energy and a lot of </a:t>
            </a:r>
            <a:r>
              <a:rPr lang="en-AU" dirty="0" err="1"/>
              <a:t>anmials</a:t>
            </a:r>
            <a:r>
              <a:rPr lang="en-AU" dirty="0"/>
              <a:t> to keep a lot of </a:t>
            </a:r>
            <a:r>
              <a:rPr lang="en-AU" dirty="0" err="1"/>
              <a:t>bioligy</a:t>
            </a:r>
            <a:endParaRPr lang="en-AU"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17"/>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07" name="Google Shape;507;p17"/>
          <p:cNvSpPr txBox="1"/>
          <p:nvPr/>
        </p:nvSpPr>
        <p:spPr>
          <a:xfrm>
            <a:off x="2173933" y="758267"/>
            <a:ext cx="7323600" cy="229796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3">
                <a:solidFill>
                  <a:schemeClr val="lt1"/>
                </a:solidFill>
                <a:latin typeface="Arial"/>
                <a:ea typeface="Arial"/>
                <a:cs typeface="Arial"/>
                <a:sym typeface="Arial"/>
              </a:rPr>
              <a:t>Share</a:t>
            </a:r>
            <a:endParaRPr sz="13333">
              <a:solidFill>
                <a:schemeClr val="lt1"/>
              </a:solidFill>
              <a:latin typeface="Arial"/>
              <a:ea typeface="Arial"/>
              <a:cs typeface="Arial"/>
              <a:sym typeface="Arial"/>
            </a:endParaRPr>
          </a:p>
        </p:txBody>
      </p:sp>
      <p:sp>
        <p:nvSpPr>
          <p:cNvPr id="508" name="Google Shape;508;p17"/>
          <p:cNvSpPr txBox="1"/>
          <p:nvPr/>
        </p:nvSpPr>
        <p:spPr>
          <a:xfrm>
            <a:off x="2661052" y="3229348"/>
            <a:ext cx="6698000" cy="2400617"/>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2000">
                <a:solidFill>
                  <a:schemeClr val="dk1"/>
                </a:solidFill>
                <a:latin typeface="Arial"/>
                <a:ea typeface="Arial"/>
                <a:cs typeface="Arial"/>
                <a:sym typeface="Arial"/>
              </a:rPr>
              <a:t>What are the key areas you would like feedback on?</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challenges have you encountered?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a:solidFill>
                  <a:schemeClr val="dk1"/>
                </a:solidFill>
                <a:latin typeface="Arial"/>
                <a:ea typeface="Arial"/>
                <a:cs typeface="Arial"/>
                <a:sym typeface="Arial"/>
              </a:rPr>
              <a:t>What opportunities have you identified?</a:t>
            </a:r>
            <a:endParaRPr/>
          </a:p>
          <a:p>
            <a:pPr marL="0" marR="0" lvl="0" indent="0" algn="ctr" rtl="0">
              <a:spcBef>
                <a:spcPts val="0"/>
              </a:spcBef>
              <a:spcAft>
                <a:spcPts val="0"/>
              </a:spcAft>
              <a:buNone/>
            </a:pPr>
            <a:endParaRPr sz="2000">
              <a:solidFill>
                <a:schemeClr val="dk1"/>
              </a:solidFill>
              <a:latin typeface="Arial"/>
              <a:ea typeface="Arial"/>
              <a:cs typeface="Arial"/>
              <a:sym typeface="Arial"/>
            </a:endParaRPr>
          </a:p>
          <a:p>
            <a:pPr marL="0" marR="0" lvl="0" indent="0" algn="ctr" rtl="0">
              <a:spcBef>
                <a:spcPts val="0"/>
              </a:spcBef>
              <a:spcAft>
                <a:spcPts val="0"/>
              </a:spcAft>
              <a:buNone/>
            </a:pPr>
            <a:r>
              <a:rPr lang="en-GB" sz="2000" b="1">
                <a:solidFill>
                  <a:schemeClr val="dk1"/>
                </a:solidFill>
                <a:latin typeface="Arial"/>
                <a:ea typeface="Arial"/>
                <a:cs typeface="Arial"/>
                <a:sym typeface="Arial"/>
              </a:rPr>
              <a:t>What’s next?</a:t>
            </a:r>
            <a:endParaRPr sz="2000" b="1">
              <a:solidFill>
                <a:schemeClr val="dk1"/>
              </a:solidFill>
              <a:latin typeface="Arial"/>
              <a:ea typeface="Arial"/>
              <a:cs typeface="Arial"/>
              <a:sym typeface="Arial"/>
            </a:endParaRPr>
          </a:p>
        </p:txBody>
      </p:sp>
      <p:grpSp>
        <p:nvGrpSpPr>
          <p:cNvPr id="509" name="Google Shape;509;p17"/>
          <p:cNvGrpSpPr/>
          <p:nvPr/>
        </p:nvGrpSpPr>
        <p:grpSpPr>
          <a:xfrm>
            <a:off x="-83523" y="0"/>
            <a:ext cx="493925" cy="6858300"/>
            <a:chOff x="-83523" y="0"/>
            <a:chExt cx="493925" cy="6858300"/>
          </a:xfrm>
        </p:grpSpPr>
        <p:sp>
          <p:nvSpPr>
            <p:cNvPr id="510" name="Google Shape;510;p17"/>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1" name="Google Shape;511;p17"/>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2" name="Google Shape;512;p17"/>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3" name="Google Shape;513;p17"/>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4" name="Google Shape;514;p17"/>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15" name="Google Shape;515;p17"/>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16" name="Google Shape;516;p17"/>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17" name="Google Shape;517;p17"/>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18" name="Google Shape;518;p17"/>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19" name="Google Shape;519;p17"/>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18"/>
          <p:cNvSpPr/>
          <p:nvPr/>
        </p:nvSpPr>
        <p:spPr>
          <a:xfrm>
            <a:off x="395833" y="1276000"/>
            <a:ext cx="3332000" cy="3786800"/>
          </a:xfrm>
          <a:prstGeom prst="rect">
            <a:avLst/>
          </a:prstGeom>
          <a:noFill/>
          <a:ln>
            <a:noFill/>
          </a:ln>
        </p:spPr>
        <p:txBody>
          <a:bodyPr spcFirstLastPara="1" wrap="square" lIns="91425" tIns="45700" rIns="91425" bIns="45700" anchor="t" anchorCtr="0">
            <a:noAutofit/>
          </a:bodyPr>
          <a:lstStyle/>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Create game structure proposals by selecting and combining different options in the Morphological Matrix page.</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You can also start sketching ideas at this stage if it helps you to visualise your ideas.</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Informal feedback from classmates might also help if you are stuck.</a:t>
            </a: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7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733">
                <a:solidFill>
                  <a:schemeClr val="dk1"/>
                </a:solidFill>
                <a:latin typeface="Arial"/>
                <a:ea typeface="Arial"/>
                <a:cs typeface="Arial"/>
                <a:sym typeface="Arial"/>
              </a:rPr>
              <a:t>Choose your favourite structure to further develop in the following stages</a:t>
            </a:r>
            <a:endParaRPr sz="1733">
              <a:solidFill>
                <a:schemeClr val="dk1"/>
              </a:solidFill>
              <a:latin typeface="Arial"/>
              <a:ea typeface="Arial"/>
              <a:cs typeface="Arial"/>
              <a:sym typeface="Arial"/>
            </a:endParaRPr>
          </a:p>
        </p:txBody>
      </p:sp>
      <p:sp>
        <p:nvSpPr>
          <p:cNvPr id="525" name="Google Shape;525;p18"/>
          <p:cNvSpPr/>
          <p:nvPr/>
        </p:nvSpPr>
        <p:spPr>
          <a:xfrm>
            <a:off x="0" y="0"/>
            <a:ext cx="12229267" cy="6858000"/>
          </a:xfrm>
          <a:prstGeom prst="rect">
            <a:avLst/>
          </a:prstGeom>
          <a:solidFill>
            <a:srgbClr val="006385"/>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6" name="Google Shape;526;p18"/>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27" name="Google Shape;527;p18"/>
          <p:cNvSpPr txBox="1"/>
          <p:nvPr/>
        </p:nvSpPr>
        <p:spPr>
          <a:xfrm>
            <a:off x="589998" y="370310"/>
            <a:ext cx="2944677" cy="29745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Producing &amp; Implementing</a:t>
            </a:r>
            <a:endParaRPr/>
          </a:p>
        </p:txBody>
      </p:sp>
      <p:sp>
        <p:nvSpPr>
          <p:cNvPr id="528" name="Google Shape;528;p18"/>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29" name="Google Shape;529;p18"/>
          <p:cNvSpPr txBox="1"/>
          <p:nvPr/>
        </p:nvSpPr>
        <p:spPr>
          <a:xfrm>
            <a:off x="568272" y="879032"/>
            <a:ext cx="2944677" cy="3686290"/>
          </a:xfrm>
          <a:prstGeom prst="rect">
            <a:avLst/>
          </a:prstGeom>
          <a:noFill/>
          <a:ln>
            <a:noFill/>
          </a:ln>
        </p:spPr>
        <p:txBody>
          <a:bodyPr spcFirstLastPara="1" wrap="square" lIns="121900" tIns="121900" rIns="121900" bIns="121900" anchor="t" anchorCtr="0">
            <a:spAutoFit/>
          </a:bodyPr>
          <a:lstStyle/>
          <a:p>
            <a:pPr marL="0" marR="0" lvl="0" indent="0" algn="l" rtl="0">
              <a:spcBef>
                <a:spcPts val="0"/>
              </a:spcBef>
              <a:spcAft>
                <a:spcPts val="0"/>
              </a:spcAft>
              <a:buNone/>
            </a:pPr>
            <a:r>
              <a:rPr lang="en-GB" sz="1333">
                <a:solidFill>
                  <a:schemeClr val="dk1"/>
                </a:solidFill>
                <a:latin typeface="Arial"/>
                <a:ea typeface="Arial"/>
                <a:cs typeface="Arial"/>
                <a:sym typeface="Arial"/>
              </a:rPr>
              <a:t>Show your final design concepts here</a:t>
            </a:r>
            <a:endParaRPr sz="1333">
              <a:solidFill>
                <a:schemeClr val="dk1"/>
              </a:solidFill>
              <a:latin typeface="Arial"/>
              <a:ea typeface="Arial"/>
              <a:cs typeface="Arial"/>
              <a:sym typeface="Arial"/>
            </a:endParaRPr>
          </a:p>
          <a:p>
            <a:pPr marL="359990" marR="0" lvl="0" indent="-359990"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Computer Aided Design (CAD) software if possible (any software)</a:t>
            </a:r>
            <a:endParaRPr sz="1333">
              <a:solidFill>
                <a:schemeClr val="dk1"/>
              </a:solidFill>
              <a:latin typeface="Arial"/>
              <a:ea typeface="Arial"/>
              <a:cs typeface="Arial"/>
              <a:sym typeface="Arial"/>
            </a:endParaRPr>
          </a:p>
          <a:p>
            <a:pPr marL="0" marR="0" lvl="0" indent="0" algn="ctr" rtl="0">
              <a:lnSpc>
                <a:spcPct val="107000"/>
              </a:lnSpc>
              <a:spcBef>
                <a:spcPts val="800"/>
              </a:spcBef>
              <a:spcAft>
                <a:spcPts val="0"/>
              </a:spcAft>
              <a:buNone/>
            </a:pPr>
            <a:r>
              <a:rPr lang="en-GB" sz="1333" b="1" u="sng">
                <a:solidFill>
                  <a:schemeClr val="hlink"/>
                </a:solidFill>
                <a:latin typeface="Arial"/>
                <a:ea typeface="Arial"/>
                <a:cs typeface="Arial"/>
                <a:sym typeface="Arial"/>
                <a:hlinkClick r:id="rId3"/>
              </a:rPr>
              <a:t>Sketchup Help Videos</a:t>
            </a:r>
            <a:endParaRPr sz="1333" b="1" u="sng">
              <a:solidFill>
                <a:schemeClr val="hlink"/>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Add as much detail as possible</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Annotate to explain your final design</a:t>
            </a:r>
            <a:endParaRPr sz="1333">
              <a:solidFill>
                <a:schemeClr val="dk1"/>
              </a:solidFill>
              <a:latin typeface="Arial"/>
              <a:ea typeface="Arial"/>
              <a:cs typeface="Arial"/>
              <a:sym typeface="Arial"/>
            </a:endParaRPr>
          </a:p>
          <a:p>
            <a:pPr marL="338658" marR="0" lvl="0" indent="-313259" algn="l" rtl="0">
              <a:lnSpc>
                <a:spcPct val="107000"/>
              </a:lnSpc>
              <a:spcBef>
                <a:spcPts val="800"/>
              </a:spcBef>
              <a:spcAft>
                <a:spcPts val="0"/>
              </a:spcAft>
              <a:buClr>
                <a:schemeClr val="dk1"/>
              </a:buClr>
              <a:buSzPts val="1100"/>
              <a:buFont typeface="Arial"/>
              <a:buChar char="•"/>
            </a:pPr>
            <a:r>
              <a:rPr lang="en-GB" sz="1333">
                <a:solidFill>
                  <a:schemeClr val="dk1"/>
                </a:solidFill>
                <a:latin typeface="Arial"/>
                <a:ea typeface="Arial"/>
                <a:cs typeface="Arial"/>
                <a:sym typeface="Arial"/>
              </a:rPr>
              <a:t>Use colour and appropriate material textures to bring your solution to life.</a:t>
            </a:r>
            <a:endParaRPr sz="1333">
              <a:solidFill>
                <a:schemeClr val="dk1"/>
              </a:solidFill>
              <a:latin typeface="Arial"/>
              <a:ea typeface="Arial"/>
              <a:cs typeface="Arial"/>
              <a:sym typeface="Arial"/>
            </a:endParaRPr>
          </a:p>
          <a:p>
            <a:pPr marL="609585"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p:txBody>
      </p:sp>
      <p:sp>
        <p:nvSpPr>
          <p:cNvPr id="530" name="Google Shape;530;p18"/>
          <p:cNvSpPr txBox="1"/>
          <p:nvPr/>
        </p:nvSpPr>
        <p:spPr>
          <a:xfrm>
            <a:off x="5675108" y="273155"/>
            <a:ext cx="43920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dirty="0">
                <a:solidFill>
                  <a:schemeClr val="dk1"/>
                </a:solidFill>
                <a:latin typeface="Arial"/>
                <a:ea typeface="Arial"/>
                <a:cs typeface="Arial"/>
                <a:sym typeface="Arial"/>
              </a:rPr>
              <a:t>Final Design (CAD/ </a:t>
            </a:r>
            <a:r>
              <a:rPr lang="en-GB" sz="1600" b="1">
                <a:solidFill>
                  <a:schemeClr val="dk1"/>
                </a:solidFill>
                <a:latin typeface="Arial"/>
                <a:ea typeface="Arial"/>
                <a:cs typeface="Arial"/>
                <a:sym typeface="Arial"/>
              </a:rPr>
              <a:t>VR world)</a:t>
            </a:r>
            <a:endParaRPr sz="1600" b="1" dirty="0">
              <a:solidFill>
                <a:schemeClr val="dk1"/>
              </a:solidFill>
              <a:latin typeface="Arial"/>
              <a:ea typeface="Arial"/>
              <a:cs typeface="Arial"/>
              <a:sym typeface="Arial"/>
            </a:endParaRPr>
          </a:p>
        </p:txBody>
      </p:sp>
      <p:sp>
        <p:nvSpPr>
          <p:cNvPr id="531" name="Google Shape;531;p18"/>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pic>
        <p:nvPicPr>
          <p:cNvPr id="532" name="Google Shape;532;p18"/>
          <p:cNvPicPr preferRelativeResize="0"/>
          <p:nvPr/>
        </p:nvPicPr>
        <p:blipFill rotWithShape="1">
          <a:blip r:embed="rId4">
            <a:alphaModFix/>
          </a:blip>
          <a:srcRect l="17404" t="10007" r="13112" b="24940"/>
          <a:stretch/>
        </p:blipFill>
        <p:spPr>
          <a:xfrm>
            <a:off x="737126" y="4388335"/>
            <a:ext cx="2560879" cy="1348929"/>
          </a:xfrm>
          <a:prstGeom prst="rect">
            <a:avLst/>
          </a:prstGeom>
          <a:noFill/>
          <a:ln>
            <a:noFill/>
          </a:ln>
        </p:spPr>
      </p:pic>
      <p:grpSp>
        <p:nvGrpSpPr>
          <p:cNvPr id="533" name="Google Shape;533;p18"/>
          <p:cNvGrpSpPr/>
          <p:nvPr/>
        </p:nvGrpSpPr>
        <p:grpSpPr>
          <a:xfrm>
            <a:off x="-83523" y="0"/>
            <a:ext cx="493925" cy="6858300"/>
            <a:chOff x="-83523" y="0"/>
            <a:chExt cx="493925" cy="6858300"/>
          </a:xfrm>
        </p:grpSpPr>
        <p:sp>
          <p:nvSpPr>
            <p:cNvPr id="534" name="Google Shape;534;p18"/>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5" name="Google Shape;535;p18"/>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6" name="Google Shape;536;p18"/>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7" name="Google Shape;537;p18"/>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8" name="Google Shape;538;p18"/>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39" name="Google Shape;539;p18"/>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40" name="Google Shape;540;p18"/>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41" name="Google Shape;541;p18"/>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42" name="Google Shape;542;p18"/>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43" name="Google Shape;543;p18"/>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19"/>
          <p:cNvSpPr/>
          <p:nvPr/>
        </p:nvSpPr>
        <p:spPr>
          <a:xfrm>
            <a:off x="319916" y="0"/>
            <a:ext cx="12040551" cy="6858000"/>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49" name="Google Shape;549;p19"/>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Arial"/>
              <a:ea typeface="Arial"/>
              <a:cs typeface="Arial"/>
              <a:sym typeface="Arial"/>
            </a:endParaRPr>
          </a:p>
        </p:txBody>
      </p:sp>
      <p:sp>
        <p:nvSpPr>
          <p:cNvPr id="550" name="Google Shape;550;p19"/>
          <p:cNvSpPr txBox="1"/>
          <p:nvPr/>
        </p:nvSpPr>
        <p:spPr>
          <a:xfrm>
            <a:off x="178667" y="213885"/>
            <a:ext cx="3593600" cy="4924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600" b="1">
                <a:solidFill>
                  <a:schemeClr val="dk1"/>
                </a:solidFill>
                <a:latin typeface="Arial"/>
                <a:ea typeface="Arial"/>
                <a:cs typeface="Arial"/>
                <a:sym typeface="Arial"/>
              </a:rPr>
              <a:t>Planning </a:t>
            </a:r>
            <a:r>
              <a:rPr lang="en-GB" sz="1400" b="1">
                <a:solidFill>
                  <a:schemeClr val="dk1"/>
                </a:solidFill>
                <a:latin typeface="Arial"/>
                <a:ea typeface="Arial"/>
                <a:cs typeface="Arial"/>
                <a:sym typeface="Arial"/>
              </a:rPr>
              <a:t>and</a:t>
            </a:r>
            <a:r>
              <a:rPr lang="en-GB" sz="1600" b="1">
                <a:solidFill>
                  <a:schemeClr val="dk1"/>
                </a:solidFill>
                <a:latin typeface="Arial"/>
                <a:ea typeface="Arial"/>
                <a:cs typeface="Arial"/>
                <a:sym typeface="Arial"/>
              </a:rPr>
              <a:t> Managing</a:t>
            </a:r>
            <a:endParaRPr sz="1600" b="1">
              <a:solidFill>
                <a:schemeClr val="dk1"/>
              </a:solidFill>
              <a:latin typeface="Arial"/>
              <a:ea typeface="Arial"/>
              <a:cs typeface="Arial"/>
              <a:sym typeface="Arial"/>
            </a:endParaRPr>
          </a:p>
        </p:txBody>
      </p:sp>
      <p:sp>
        <p:nvSpPr>
          <p:cNvPr id="551" name="Google Shape;551;p19"/>
          <p:cNvSpPr txBox="1"/>
          <p:nvPr/>
        </p:nvSpPr>
        <p:spPr>
          <a:xfrm>
            <a:off x="656799" y="685902"/>
            <a:ext cx="2884643" cy="2653956"/>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Use this page to help plan production of your </a:t>
            </a:r>
            <a:r>
              <a:rPr lang="en-GB" sz="1333" b="1">
                <a:solidFill>
                  <a:schemeClr val="dk1"/>
                </a:solidFill>
                <a:latin typeface="Arial"/>
                <a:ea typeface="Arial"/>
                <a:cs typeface="Arial"/>
                <a:sym typeface="Arial"/>
              </a:rPr>
              <a:t>prototype</a:t>
            </a:r>
            <a:r>
              <a:rPr lang="en-GB" sz="1333">
                <a:solidFill>
                  <a:schemeClr val="dk1"/>
                </a:solidFill>
                <a:latin typeface="Arial"/>
                <a:ea typeface="Arial"/>
                <a:cs typeface="Arial"/>
                <a:sym typeface="Arial"/>
              </a:rPr>
              <a:t>, whatever you think will be most effective approach for creating your design concept.</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r>
              <a:rPr lang="en-GB" sz="1333">
                <a:solidFill>
                  <a:schemeClr val="dk1"/>
                </a:solidFill>
                <a:latin typeface="Arial"/>
                <a:ea typeface="Arial"/>
                <a:cs typeface="Arial"/>
                <a:sym typeface="Arial"/>
              </a:rPr>
              <a:t>List all materials and equipment you think may be used.</a:t>
            </a: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800"/>
              </a:spcBef>
              <a:spcAft>
                <a:spcPts val="0"/>
              </a:spcAft>
              <a:buNone/>
            </a:pPr>
            <a:endParaRPr sz="1467">
              <a:solidFill>
                <a:schemeClr val="dk1"/>
              </a:solidFill>
              <a:latin typeface="Arial"/>
              <a:ea typeface="Arial"/>
              <a:cs typeface="Arial"/>
              <a:sym typeface="Arial"/>
            </a:endParaRPr>
          </a:p>
        </p:txBody>
      </p:sp>
      <p:sp>
        <p:nvSpPr>
          <p:cNvPr id="552" name="Google Shape;552;p19"/>
          <p:cNvSpPr/>
          <p:nvPr/>
        </p:nvSpPr>
        <p:spPr>
          <a:xfrm>
            <a:off x="3956794" y="728391"/>
            <a:ext cx="7915289" cy="5743442"/>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3" name="Google Shape;553;p19"/>
          <p:cNvSpPr txBox="1"/>
          <p:nvPr/>
        </p:nvSpPr>
        <p:spPr>
          <a:xfrm>
            <a:off x="4404567" y="190944"/>
            <a:ext cx="7323600" cy="461624"/>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400" b="1">
                <a:solidFill>
                  <a:schemeClr val="lt1"/>
                </a:solidFill>
                <a:latin typeface="Arial"/>
                <a:ea typeface="Arial"/>
                <a:cs typeface="Arial"/>
                <a:sym typeface="Arial"/>
              </a:rPr>
              <a:t>Production Planning</a:t>
            </a:r>
            <a:endParaRPr sz="1400" b="1">
              <a:solidFill>
                <a:schemeClr val="lt1"/>
              </a:solidFill>
              <a:latin typeface="Arial"/>
              <a:ea typeface="Arial"/>
              <a:cs typeface="Arial"/>
              <a:sym typeface="Arial"/>
            </a:endParaRPr>
          </a:p>
        </p:txBody>
      </p:sp>
      <p:graphicFrame>
        <p:nvGraphicFramePr>
          <p:cNvPr id="554" name="Google Shape;554;p19"/>
          <p:cNvGraphicFramePr/>
          <p:nvPr/>
        </p:nvGraphicFramePr>
        <p:xfrm>
          <a:off x="4309353" y="995159"/>
          <a:ext cx="7225850" cy="5170075"/>
        </p:xfrm>
        <a:graphic>
          <a:graphicData uri="http://schemas.openxmlformats.org/drawingml/2006/table">
            <a:tbl>
              <a:tblPr>
                <a:noFill/>
                <a:tableStyleId>{E5B5EC9E-9983-4339-AEF5-35140938B591}</a:tableStyleId>
              </a:tblPr>
              <a:tblGrid>
                <a:gridCol w="1192950">
                  <a:extLst>
                    <a:ext uri="{9D8B030D-6E8A-4147-A177-3AD203B41FA5}">
                      <a16:colId xmlns:a16="http://schemas.microsoft.com/office/drawing/2014/main" val="20000"/>
                    </a:ext>
                  </a:extLst>
                </a:gridCol>
                <a:gridCol w="2979825">
                  <a:extLst>
                    <a:ext uri="{9D8B030D-6E8A-4147-A177-3AD203B41FA5}">
                      <a16:colId xmlns:a16="http://schemas.microsoft.com/office/drawing/2014/main" val="20001"/>
                    </a:ext>
                  </a:extLst>
                </a:gridCol>
                <a:gridCol w="3053075">
                  <a:extLst>
                    <a:ext uri="{9D8B030D-6E8A-4147-A177-3AD203B41FA5}">
                      <a16:colId xmlns:a16="http://schemas.microsoft.com/office/drawing/2014/main" val="20002"/>
                    </a:ext>
                  </a:extLst>
                </a:gridCol>
              </a:tblGrid>
              <a:tr h="463475">
                <a:tc>
                  <a:txBody>
                    <a:bodyPr/>
                    <a:lstStyle/>
                    <a:p>
                      <a:pPr marL="0" marR="0" lvl="0" indent="0" algn="ctr" rtl="0">
                        <a:spcBef>
                          <a:spcPts val="0"/>
                        </a:spcBef>
                        <a:spcAft>
                          <a:spcPts val="0"/>
                        </a:spcAft>
                        <a:buClr>
                          <a:schemeClr val="dk1"/>
                        </a:buClr>
                        <a:buSzPts val="900"/>
                        <a:buFont typeface="Arial"/>
                        <a:buNone/>
                      </a:pPr>
                      <a:r>
                        <a:rPr lang="en-GB" sz="1000" u="none" strike="noStrike" cap="none"/>
                        <a:t>Production Step</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Proposed Process</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Clr>
                          <a:schemeClr val="dk1"/>
                        </a:buClr>
                        <a:buSzPts val="900"/>
                        <a:buFont typeface="Arial"/>
                        <a:buNone/>
                      </a:pPr>
                      <a:r>
                        <a:rPr lang="en-GB" sz="1000" u="none" strike="noStrike" cap="none"/>
                        <a:t>Materials And Equipment Required</a:t>
                      </a:r>
                      <a:endParaRPr sz="10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588325">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900"/>
                        <a:buFont typeface="Arial"/>
                        <a:buNone/>
                      </a:pPr>
                      <a:endParaRPr sz="9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pic>
        <p:nvPicPr>
          <p:cNvPr id="555" name="Google Shape;555;p19" descr="Architectural model maker | Universidad Europea Blog"/>
          <p:cNvPicPr preferRelativeResize="0"/>
          <p:nvPr/>
        </p:nvPicPr>
        <p:blipFill rotWithShape="1">
          <a:blip r:embed="rId3">
            <a:alphaModFix/>
          </a:blip>
          <a:srcRect l="17435" t="26124" r="11610"/>
          <a:stretch/>
        </p:blipFill>
        <p:spPr>
          <a:xfrm>
            <a:off x="666765" y="4338918"/>
            <a:ext cx="2648122" cy="1550894"/>
          </a:xfrm>
          <a:prstGeom prst="rect">
            <a:avLst/>
          </a:prstGeom>
          <a:noFill/>
          <a:ln>
            <a:noFill/>
          </a:ln>
        </p:spPr>
      </p:pic>
      <p:grpSp>
        <p:nvGrpSpPr>
          <p:cNvPr id="556" name="Google Shape;556;p19"/>
          <p:cNvGrpSpPr/>
          <p:nvPr/>
        </p:nvGrpSpPr>
        <p:grpSpPr>
          <a:xfrm>
            <a:off x="-83523" y="0"/>
            <a:ext cx="493925" cy="6858300"/>
            <a:chOff x="-83523" y="0"/>
            <a:chExt cx="493925" cy="6858300"/>
          </a:xfrm>
        </p:grpSpPr>
        <p:sp>
          <p:nvSpPr>
            <p:cNvPr id="557" name="Google Shape;557;p19"/>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8" name="Google Shape;558;p19"/>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59" name="Google Shape;559;p19"/>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0" name="Google Shape;560;p19"/>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1" name="Google Shape;561;p19"/>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62" name="Google Shape;562;p19"/>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63" name="Google Shape;563;p19"/>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64" name="Google Shape;564;p19"/>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65" name="Google Shape;565;p19"/>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66" name="Google Shape;566;p19"/>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
        <p:nvSpPr>
          <p:cNvPr id="567" name="Google Shape;567;p19"/>
          <p:cNvSpPr txBox="1"/>
          <p:nvPr/>
        </p:nvSpPr>
        <p:spPr>
          <a:xfrm>
            <a:off x="983625" y="5935763"/>
            <a:ext cx="2221267" cy="568257"/>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800"/>
              </a:spcBef>
              <a:spcAft>
                <a:spcPts val="0"/>
              </a:spcAft>
              <a:buNone/>
            </a:pPr>
            <a:r>
              <a:rPr lang="en-GB" sz="1333">
                <a:solidFill>
                  <a:schemeClr val="lt1"/>
                </a:solidFill>
                <a:highlight>
                  <a:srgbClr val="674EA7"/>
                </a:highlight>
                <a:latin typeface="Arial"/>
                <a:ea typeface="Arial"/>
                <a:cs typeface="Arial"/>
                <a:sym typeface="Arial"/>
              </a:rPr>
              <a:t>Add pages as necessary.</a:t>
            </a:r>
            <a:endParaRPr sz="1467">
              <a:solidFill>
                <a:schemeClr val="lt1"/>
              </a:solidFill>
              <a:highlight>
                <a:srgbClr val="674EA7"/>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20"/>
          <p:cNvSpPr/>
          <p:nvPr/>
        </p:nvSpPr>
        <p:spPr>
          <a:xfrm>
            <a:off x="326880" y="0"/>
            <a:ext cx="11864955" cy="6858000"/>
          </a:xfrm>
          <a:prstGeom prst="rect">
            <a:avLst/>
          </a:prstGeom>
          <a:solidFill>
            <a:srgbClr val="DEC400"/>
          </a:solidFill>
          <a:ln w="9525" cap="flat" cmpd="sng">
            <a:solidFill>
              <a:srgbClr val="FFC000"/>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3" name="Google Shape;573;p20"/>
          <p:cNvSpPr/>
          <p:nvPr/>
        </p:nvSpPr>
        <p:spPr>
          <a:xfrm>
            <a:off x="3839673" y="278970"/>
            <a:ext cx="8098327" cy="6323308"/>
          </a:xfrm>
          <a:prstGeom prst="roundRect">
            <a:avLst>
              <a:gd name="adj" fmla="val 6782"/>
            </a:avLst>
          </a:prstGeom>
          <a:solidFill>
            <a:schemeClr val="lt1"/>
          </a:solidFill>
          <a:ln w="9525" cap="flat" cmpd="sng">
            <a:solidFill>
              <a:schemeClr val="lt1"/>
            </a:solidFill>
            <a:prstDash val="solid"/>
            <a:round/>
            <a:headEnd type="none" w="sm" len="sm"/>
            <a:tailEnd type="none" w="sm" len="sm"/>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74" name="Google Shape;574;p20"/>
          <p:cNvSpPr/>
          <p:nvPr/>
        </p:nvSpPr>
        <p:spPr>
          <a:xfrm>
            <a:off x="568272" y="278970"/>
            <a:ext cx="2944677" cy="6323308"/>
          </a:xfrm>
          <a:prstGeom prst="roundRect">
            <a:avLst>
              <a:gd name="adj" fmla="val 16667"/>
            </a:avLst>
          </a:prstGeom>
          <a:solidFill>
            <a:schemeClr val="lt1"/>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33">
              <a:solidFill>
                <a:schemeClr val="lt1"/>
              </a:solidFill>
              <a:latin typeface="Arial"/>
              <a:ea typeface="Arial"/>
              <a:cs typeface="Arial"/>
              <a:sym typeface="Arial"/>
            </a:endParaRPr>
          </a:p>
        </p:txBody>
      </p:sp>
      <p:sp>
        <p:nvSpPr>
          <p:cNvPr id="575" name="Google Shape;575;p20"/>
          <p:cNvSpPr txBox="1"/>
          <p:nvPr/>
        </p:nvSpPr>
        <p:spPr>
          <a:xfrm>
            <a:off x="246400" y="266767"/>
            <a:ext cx="359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Evaluating</a:t>
            </a:r>
            <a:endParaRPr sz="1333" b="1">
              <a:solidFill>
                <a:schemeClr val="dk1"/>
              </a:solidFill>
              <a:latin typeface="Arial"/>
              <a:ea typeface="Arial"/>
              <a:cs typeface="Arial"/>
              <a:sym typeface="Arial"/>
            </a:endParaRPr>
          </a:p>
        </p:txBody>
      </p:sp>
      <p:graphicFrame>
        <p:nvGraphicFramePr>
          <p:cNvPr id="576" name="Google Shape;576;p20"/>
          <p:cNvGraphicFramePr/>
          <p:nvPr/>
        </p:nvGraphicFramePr>
        <p:xfrm>
          <a:off x="4166723" y="730335"/>
          <a:ext cx="3000000" cy="3000000"/>
        </p:xfrm>
        <a:graphic>
          <a:graphicData uri="http://schemas.openxmlformats.org/drawingml/2006/table">
            <a:tbl>
              <a:tblPr>
                <a:noFill/>
                <a:tableStyleId>{E5B5EC9E-9983-4339-AEF5-35140938B591}</a:tableStyleId>
              </a:tblPr>
              <a:tblGrid>
                <a:gridCol w="2485675">
                  <a:extLst>
                    <a:ext uri="{9D8B030D-6E8A-4147-A177-3AD203B41FA5}">
                      <a16:colId xmlns:a16="http://schemas.microsoft.com/office/drawing/2014/main" val="20000"/>
                    </a:ext>
                  </a:extLst>
                </a:gridCol>
                <a:gridCol w="2485675">
                  <a:extLst>
                    <a:ext uri="{9D8B030D-6E8A-4147-A177-3AD203B41FA5}">
                      <a16:colId xmlns:a16="http://schemas.microsoft.com/office/drawing/2014/main" val="20001"/>
                    </a:ext>
                  </a:extLst>
                </a:gridCol>
                <a:gridCol w="2485675">
                  <a:extLst>
                    <a:ext uri="{9D8B030D-6E8A-4147-A177-3AD203B41FA5}">
                      <a16:colId xmlns:a16="http://schemas.microsoft.com/office/drawing/2014/main" val="20002"/>
                    </a:ext>
                  </a:extLst>
                </a:gridCol>
              </a:tblGrid>
              <a:tr h="487325">
                <a:tc>
                  <a:txBody>
                    <a:bodyPr/>
                    <a:lstStyle/>
                    <a:p>
                      <a:pPr marL="0" marR="0" lvl="0" indent="0" algn="ctr" rtl="0">
                        <a:spcBef>
                          <a:spcPts val="0"/>
                        </a:spcBef>
                        <a:spcAft>
                          <a:spcPts val="0"/>
                        </a:spcAft>
                        <a:buClr>
                          <a:schemeClr val="dk1"/>
                        </a:buClr>
                        <a:buSzPts val="1300"/>
                        <a:buFont typeface="Arial"/>
                        <a:buNone/>
                      </a:pPr>
                      <a:r>
                        <a:rPr lang="en-GB" sz="1100" u="none" strike="noStrike" cap="none"/>
                        <a:t>Your Evaluation Criteria</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Potential of </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Your Design </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Clr>
                          <a:schemeClr val="dk1"/>
                        </a:buClr>
                        <a:buSzPts val="1300"/>
                        <a:buFont typeface="Arial"/>
                        <a:buNone/>
                      </a:pPr>
                      <a:r>
                        <a:rPr lang="en-GB" sz="1100" u="none" strike="noStrike" cap="none"/>
                        <a:t>Possible</a:t>
                      </a:r>
                      <a:endParaRPr sz="1100" u="none" strike="noStrike" cap="none"/>
                    </a:p>
                    <a:p>
                      <a:pPr marL="0" marR="0" lvl="0" indent="0" algn="ctr" rtl="0">
                        <a:spcBef>
                          <a:spcPts val="0"/>
                        </a:spcBef>
                        <a:spcAft>
                          <a:spcPts val="0"/>
                        </a:spcAft>
                        <a:buClr>
                          <a:schemeClr val="dk1"/>
                        </a:buClr>
                        <a:buSzPts val="1300"/>
                        <a:buFont typeface="Arial"/>
                        <a:buNone/>
                      </a:pPr>
                      <a:r>
                        <a:rPr lang="en-GB" sz="1100" u="none" strike="noStrike" cap="none"/>
                        <a:t>Improvements</a:t>
                      </a:r>
                      <a:endParaRPr sz="11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967625">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2400"/>
                        <a:buFont typeface="Arial"/>
                        <a:buNone/>
                      </a:pPr>
                      <a:endParaRPr sz="2400" u="none" strike="noStrike" cap="none"/>
                    </a:p>
                  </a:txBody>
                  <a:tcPr marL="121900" marR="121900" marT="121900" marB="1219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bl>
          </a:graphicData>
        </a:graphic>
      </p:graphicFrame>
      <p:sp>
        <p:nvSpPr>
          <p:cNvPr id="577" name="Google Shape;577;p20"/>
          <p:cNvSpPr txBox="1"/>
          <p:nvPr/>
        </p:nvSpPr>
        <p:spPr>
          <a:xfrm>
            <a:off x="744830" y="718132"/>
            <a:ext cx="2631508" cy="3099462"/>
          </a:xfrm>
          <a:prstGeom prst="rect">
            <a:avLst/>
          </a:prstGeom>
          <a:noFill/>
          <a:ln>
            <a:noFill/>
          </a:ln>
        </p:spPr>
        <p:txBody>
          <a:bodyPr spcFirstLastPara="1" wrap="square" lIns="121900" tIns="121900" rIns="121900" bIns="121900" anchor="t" anchorCtr="0">
            <a:spAutoFit/>
          </a:bodyPr>
          <a:lstStyle/>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Use this page to evaluate the potential of your design against the criteria you specified earlier.</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Where possible identify further improvements that could be made.</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should be the positive impacts of your design?</a:t>
            </a: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endParaRPr sz="1333">
              <a:solidFill>
                <a:schemeClr val="dk1"/>
              </a:solidFill>
              <a:latin typeface="Arial"/>
              <a:ea typeface="Arial"/>
              <a:cs typeface="Arial"/>
              <a:sym typeface="Arial"/>
            </a:endParaRPr>
          </a:p>
          <a:p>
            <a:pPr marL="0" marR="0" lvl="0" indent="0" algn="l" rtl="0">
              <a:lnSpc>
                <a:spcPct val="107000"/>
              </a:lnSpc>
              <a:spcBef>
                <a:spcPts val="0"/>
              </a:spcBef>
              <a:spcAft>
                <a:spcPts val="0"/>
              </a:spcAft>
              <a:buNone/>
            </a:pPr>
            <a:r>
              <a:rPr lang="en-GB" sz="1333">
                <a:solidFill>
                  <a:schemeClr val="dk1"/>
                </a:solidFill>
                <a:latin typeface="Arial"/>
                <a:ea typeface="Arial"/>
                <a:cs typeface="Arial"/>
                <a:sym typeface="Arial"/>
              </a:rPr>
              <a:t>What could be the potential negative impacts of your design?</a:t>
            </a:r>
            <a:endParaRPr sz="1333">
              <a:solidFill>
                <a:schemeClr val="dk1"/>
              </a:solidFill>
              <a:latin typeface="Arial"/>
              <a:ea typeface="Arial"/>
              <a:cs typeface="Arial"/>
              <a:sym typeface="Arial"/>
            </a:endParaRPr>
          </a:p>
        </p:txBody>
      </p:sp>
      <p:sp>
        <p:nvSpPr>
          <p:cNvPr id="578" name="Google Shape;578;p20"/>
          <p:cNvSpPr txBox="1"/>
          <p:nvPr/>
        </p:nvSpPr>
        <p:spPr>
          <a:xfrm>
            <a:off x="4404900" y="266767"/>
            <a:ext cx="7323600" cy="451302"/>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1333" b="1">
                <a:solidFill>
                  <a:schemeClr val="dk1"/>
                </a:solidFill>
                <a:latin typeface="Arial"/>
                <a:ea typeface="Arial"/>
                <a:cs typeface="Arial"/>
                <a:sym typeface="Arial"/>
              </a:rPr>
              <a:t>Design Reflection</a:t>
            </a:r>
            <a:endParaRPr sz="1333" b="1">
              <a:solidFill>
                <a:schemeClr val="dk1"/>
              </a:solidFill>
              <a:latin typeface="Arial"/>
              <a:ea typeface="Arial"/>
              <a:cs typeface="Arial"/>
              <a:sym typeface="Arial"/>
            </a:endParaRPr>
          </a:p>
        </p:txBody>
      </p:sp>
      <p:grpSp>
        <p:nvGrpSpPr>
          <p:cNvPr id="579" name="Google Shape;579;p20"/>
          <p:cNvGrpSpPr/>
          <p:nvPr/>
        </p:nvGrpSpPr>
        <p:grpSpPr>
          <a:xfrm>
            <a:off x="-73795" y="0"/>
            <a:ext cx="493925" cy="6858300"/>
            <a:chOff x="-83523" y="0"/>
            <a:chExt cx="493925" cy="6858300"/>
          </a:xfrm>
        </p:grpSpPr>
        <p:sp>
          <p:nvSpPr>
            <p:cNvPr id="580" name="Google Shape;580;p20"/>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1" name="Google Shape;581;p20"/>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2" name="Google Shape;582;p20"/>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3" name="Google Shape;583;p20"/>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4" name="Google Shape;584;p20"/>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85" name="Google Shape;585;p20"/>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586" name="Google Shape;586;p20"/>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587" name="Google Shape;587;p20"/>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588" name="Google Shape;588;p20"/>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589" name="Google Shape;589;p20"/>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21"/>
          <p:cNvSpPr/>
          <p:nvPr/>
        </p:nvSpPr>
        <p:spPr>
          <a:xfrm>
            <a:off x="-167" y="0"/>
            <a:ext cx="12192000" cy="6858000"/>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5" name="Google Shape;595;p21"/>
          <p:cNvSpPr txBox="1"/>
          <p:nvPr/>
        </p:nvSpPr>
        <p:spPr>
          <a:xfrm>
            <a:off x="4971883" y="137687"/>
            <a:ext cx="2247900"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1">
                <a:solidFill>
                  <a:schemeClr val="lt1"/>
                </a:solidFill>
                <a:latin typeface="Arial"/>
                <a:ea typeface="Arial"/>
                <a:cs typeface="Arial"/>
                <a:sym typeface="Arial"/>
              </a:rPr>
              <a:t>Feedback Rubric</a:t>
            </a:r>
            <a:endParaRPr/>
          </a:p>
        </p:txBody>
      </p:sp>
      <p:graphicFrame>
        <p:nvGraphicFramePr>
          <p:cNvPr id="596" name="Google Shape;596;p21"/>
          <p:cNvGraphicFramePr/>
          <p:nvPr/>
        </p:nvGraphicFramePr>
        <p:xfrm>
          <a:off x="659422" y="507019"/>
          <a:ext cx="11289325" cy="5972825"/>
        </p:xfrm>
        <a:graphic>
          <a:graphicData uri="http://schemas.openxmlformats.org/drawingml/2006/table">
            <a:tbl>
              <a:tblPr firstRow="1" bandRow="1">
                <a:noFill/>
                <a:tableStyleId>{7FB279D3-E1D9-4619-B171-F6227F3B06D3}</a:tableStyleId>
              </a:tblPr>
              <a:tblGrid>
                <a:gridCol w="1195750">
                  <a:extLst>
                    <a:ext uri="{9D8B030D-6E8A-4147-A177-3AD203B41FA5}">
                      <a16:colId xmlns:a16="http://schemas.microsoft.com/office/drawing/2014/main" val="20000"/>
                    </a:ext>
                  </a:extLst>
                </a:gridCol>
                <a:gridCol w="1573825">
                  <a:extLst>
                    <a:ext uri="{9D8B030D-6E8A-4147-A177-3AD203B41FA5}">
                      <a16:colId xmlns:a16="http://schemas.microsoft.com/office/drawing/2014/main" val="20001"/>
                    </a:ext>
                  </a:extLst>
                </a:gridCol>
                <a:gridCol w="2048600">
                  <a:extLst>
                    <a:ext uri="{9D8B030D-6E8A-4147-A177-3AD203B41FA5}">
                      <a16:colId xmlns:a16="http://schemas.microsoft.com/office/drawing/2014/main" val="20002"/>
                    </a:ext>
                  </a:extLst>
                </a:gridCol>
                <a:gridCol w="2004650">
                  <a:extLst>
                    <a:ext uri="{9D8B030D-6E8A-4147-A177-3AD203B41FA5}">
                      <a16:colId xmlns:a16="http://schemas.microsoft.com/office/drawing/2014/main" val="20003"/>
                    </a:ext>
                  </a:extLst>
                </a:gridCol>
                <a:gridCol w="2013450">
                  <a:extLst>
                    <a:ext uri="{9D8B030D-6E8A-4147-A177-3AD203B41FA5}">
                      <a16:colId xmlns:a16="http://schemas.microsoft.com/office/drawing/2014/main" val="20004"/>
                    </a:ext>
                  </a:extLst>
                </a:gridCol>
                <a:gridCol w="2453050">
                  <a:extLst>
                    <a:ext uri="{9D8B030D-6E8A-4147-A177-3AD203B41FA5}">
                      <a16:colId xmlns:a16="http://schemas.microsoft.com/office/drawing/2014/main" val="20005"/>
                    </a:ext>
                  </a:extLst>
                </a:gridCol>
              </a:tblGrid>
              <a:tr h="411725">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Stage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Task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Below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Working Towards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At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spcBef>
                          <a:spcPts val="0"/>
                        </a:spcBef>
                        <a:spcAft>
                          <a:spcPts val="0"/>
                        </a:spcAft>
                        <a:buNone/>
                      </a:pPr>
                      <a:r>
                        <a:rPr lang="en-GB" sz="1000" b="1" i="0" u="none" strike="noStrike" cap="none">
                          <a:solidFill>
                            <a:srgbClr val="000000"/>
                          </a:solidFill>
                          <a:latin typeface="Arial"/>
                          <a:ea typeface="Arial"/>
                          <a:cs typeface="Arial"/>
                          <a:sym typeface="Arial"/>
                        </a:rPr>
                        <a:t>Above the Level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Investigating &amp; Defining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Explore Solarpunk &amp; Annotate Image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missing or lacks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present with minimal annotations or unclear links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relevant elements and clear connections to town redesign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Image is annotated with insightful comments and detailed connections to sustainability and urban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Future Challenges Reflection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challenges identified,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challenges identified, but explanations are brief or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well-identified with clear reasoning for their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Challenges are thoroughly analyzed with deep insights and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Mind Map of Key Issues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incomplete or lacks structure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identifies some key issues, but connections are weak</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effectively organizes key issues and related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Mind map is detailed, well-structured, and shows deep analysis of interconnections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5668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Sustainability Analysis (3 Pillars)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sustainability solutions presented, lacks explanation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sustainability solutions identified but not well-supported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well-explained across social, economic, and environmental aspects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Sustainability solutions are highly innovative, well-researched, and linked to real-world examples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Visual Research of Structures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images collected, no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images collected with minimal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images with clear annotations explaining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relevant images with detailed annotations, showing deep critical thinking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Generating &amp; Designing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Brief (Starburst Template)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missing or lacks focus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aspects of the brief are present but unclear</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well-structured with clear objectives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brief is detailed, insightful, and demonstrates strong problem-solving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Evaluation Criteria</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evaluation criteria listed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criteria listed but vague or incomplete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relevant evaluation criteria aligned with the design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Well-developed, specific criteria that enhance the design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Morphological Matrix &amp; Idea Generation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Few or no ideas generated</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ideas generated but lack variety or relevance</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A variety of ideas generated using the matrix</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creative, well-developed ideas that explore multiple innovative solutions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8"/>
                  </a:ext>
                </a:extLst>
              </a:tr>
              <a:tr h="411725">
                <a:tc>
                  <a:txBody>
                    <a:bodyPr/>
                    <a:lstStyle/>
                    <a:p>
                      <a:pPr marL="0" marR="0" lvl="0" indent="0" algn="l" rtl="0">
                        <a:spcBef>
                          <a:spcPts val="0"/>
                        </a:spcBef>
                        <a:spcAft>
                          <a:spcPts val="0"/>
                        </a:spcAft>
                        <a:buNone/>
                      </a:pPr>
                      <a:endParaRPr sz="1000" b="0" i="0" u="none" strike="noStrike" cap="none">
                        <a:solidFill>
                          <a:srgbClr val="000000"/>
                        </a:solidFill>
                        <a:latin typeface="Arial"/>
                        <a:ea typeface="Arial"/>
                        <a:cs typeface="Arial"/>
                        <a:sym typeface="Arial"/>
                      </a:endParaRPr>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Sketches &amp; Concept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Sketches are missing or lack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sketches with minimal features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Detailed sketches with clear labels and explanations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detailed sketches with annotations explaining functionality and sustainability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9"/>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Producing &amp; Implementing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Final Design (CAD or Sketch)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Design is incomplete or lacks clarity</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Basic design with minimal detail or annotations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well-developed design with appropriate materials and textures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polished, professional-level design with thoughtful annotations and presentation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0"/>
                  </a:ext>
                </a:extLst>
              </a:tr>
              <a:tr h="4117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Planning &amp; Managing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Production Planning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Plan is incomplete or lacks detail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materials and steps listed but lacks depth</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plan outlining materials, tools, and process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Highly organized, efficient plan considering alternatives and challenges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566825">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Evaluating</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1" i="0" u="none" strike="noStrike" cap="none">
                          <a:solidFill>
                            <a:srgbClr val="000000"/>
                          </a:solidFill>
                          <a:latin typeface="Arial"/>
                          <a:ea typeface="Arial"/>
                          <a:cs typeface="Arial"/>
                          <a:sym typeface="Arial"/>
                        </a:rPr>
                        <a:t>Design Reflection &amp; Impact Evaluation</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Little or no reflection on design impact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Some reflection, but lacks depth or specific improvements</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Clear evaluation considering strengths and areas for improvement</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n-GB" sz="1000" b="0" i="0" u="none" strike="noStrike" cap="none">
                          <a:solidFill>
                            <a:srgbClr val="000000"/>
                          </a:solidFill>
                          <a:latin typeface="Arial"/>
                          <a:ea typeface="Arial"/>
                          <a:cs typeface="Arial"/>
                          <a:sym typeface="Arial"/>
                        </a:rPr>
                        <a:t>Deep analysis of design impact, including ethical, social, and environmental</a:t>
                      </a:r>
                      <a:endParaRPr sz="1300"/>
                    </a:p>
                  </a:txBody>
                  <a:tcPr marL="7625" marR="7625" marT="762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12"/>
                  </a:ext>
                </a:extLst>
              </a:tr>
            </a:tbl>
          </a:graphicData>
        </a:graphic>
      </p:graphicFrame>
      <p:grpSp>
        <p:nvGrpSpPr>
          <p:cNvPr id="597" name="Google Shape;597;p21"/>
          <p:cNvGrpSpPr/>
          <p:nvPr/>
        </p:nvGrpSpPr>
        <p:grpSpPr>
          <a:xfrm>
            <a:off x="-83523" y="0"/>
            <a:ext cx="493925" cy="6858300"/>
            <a:chOff x="-83523" y="0"/>
            <a:chExt cx="493925" cy="6858300"/>
          </a:xfrm>
        </p:grpSpPr>
        <p:sp>
          <p:nvSpPr>
            <p:cNvPr id="598" name="Google Shape;598;p21"/>
            <p:cNvSpPr/>
            <p:nvPr/>
          </p:nvSpPr>
          <p:spPr>
            <a:xfrm>
              <a:off x="-20446" y="0"/>
              <a:ext cx="340798" cy="1371804"/>
            </a:xfrm>
            <a:prstGeom prst="rect">
              <a:avLst/>
            </a:prstGeom>
            <a:solidFill>
              <a:srgbClr val="73A332"/>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599" name="Google Shape;599;p21"/>
            <p:cNvSpPr/>
            <p:nvPr/>
          </p:nvSpPr>
          <p:spPr>
            <a:xfrm>
              <a:off x="-20680" y="2743248"/>
              <a:ext cx="341032" cy="1371804"/>
            </a:xfrm>
            <a:prstGeom prst="rect">
              <a:avLst/>
            </a:prstGeom>
            <a:solidFill>
              <a:srgbClr val="006385"/>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0" name="Google Shape;600;p21"/>
            <p:cNvSpPr/>
            <p:nvPr/>
          </p:nvSpPr>
          <p:spPr>
            <a:xfrm>
              <a:off x="-20679" y="1371644"/>
              <a:ext cx="341032" cy="1371804"/>
            </a:xfrm>
            <a:prstGeom prst="rect">
              <a:avLst/>
            </a:prstGeom>
            <a:solidFill>
              <a:srgbClr val="B44484"/>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1" name="Google Shape;601;p21"/>
            <p:cNvSpPr/>
            <p:nvPr/>
          </p:nvSpPr>
          <p:spPr>
            <a:xfrm>
              <a:off x="-20679" y="4114892"/>
              <a:ext cx="347539" cy="1371804"/>
            </a:xfrm>
            <a:prstGeom prst="rect">
              <a:avLst/>
            </a:prstGeom>
            <a:solidFill>
              <a:srgbClr val="008FA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2" name="Google Shape;602;p21"/>
            <p:cNvSpPr/>
            <p:nvPr/>
          </p:nvSpPr>
          <p:spPr>
            <a:xfrm>
              <a:off x="-27202" y="5486496"/>
              <a:ext cx="354062" cy="1371804"/>
            </a:xfrm>
            <a:prstGeom prst="rect">
              <a:avLst/>
            </a:prstGeom>
            <a:solidFill>
              <a:srgbClr val="DEC400"/>
            </a:solidFill>
            <a:ln>
              <a:noFill/>
            </a:ln>
          </p:spPr>
          <p:txBody>
            <a:bodyPr spcFirstLastPara="1" wrap="square" lIns="121900" tIns="121900" rIns="121900" bIns="121900" anchor="ctr" anchorCtr="0">
              <a:noAutofit/>
            </a:bodyPr>
            <a:lstStyle/>
            <a:p>
              <a:pPr marL="0" marR="0" lvl="0" indent="0" algn="l" rtl="0">
                <a:spcBef>
                  <a:spcPts val="0"/>
                </a:spcBef>
                <a:spcAft>
                  <a:spcPts val="0"/>
                </a:spcAft>
                <a:buNone/>
              </a:pPr>
              <a:endParaRPr sz="2400">
                <a:solidFill>
                  <a:schemeClr val="dk1"/>
                </a:solidFill>
                <a:latin typeface="Arial"/>
                <a:ea typeface="Arial"/>
                <a:cs typeface="Arial"/>
                <a:sym typeface="Arial"/>
              </a:endParaRPr>
            </a:p>
          </p:txBody>
        </p:sp>
        <p:sp>
          <p:nvSpPr>
            <p:cNvPr id="603" name="Google Shape;603;p21"/>
            <p:cNvSpPr txBox="1"/>
            <p:nvPr/>
          </p:nvSpPr>
          <p:spPr>
            <a:xfrm rot="-5400000">
              <a:off x="-405922" y="460086"/>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Investigating &amp; Defining</a:t>
              </a:r>
              <a:endParaRPr sz="800" b="1">
                <a:solidFill>
                  <a:schemeClr val="lt1"/>
                </a:solidFill>
                <a:latin typeface="Arial"/>
                <a:ea typeface="Arial"/>
                <a:cs typeface="Arial"/>
                <a:sym typeface="Arial"/>
              </a:endParaRPr>
            </a:p>
          </p:txBody>
        </p:sp>
        <p:sp>
          <p:nvSpPr>
            <p:cNvPr id="604" name="Google Shape;604;p21"/>
            <p:cNvSpPr txBox="1"/>
            <p:nvPr/>
          </p:nvSpPr>
          <p:spPr>
            <a:xfrm rot="-5400000">
              <a:off x="-405922" y="18010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Generating &amp; Designing</a:t>
              </a:r>
              <a:endParaRPr sz="800" b="1">
                <a:solidFill>
                  <a:schemeClr val="lt1"/>
                </a:solidFill>
                <a:latin typeface="Arial"/>
                <a:ea typeface="Arial"/>
                <a:cs typeface="Arial"/>
                <a:sym typeface="Arial"/>
              </a:endParaRPr>
            </a:p>
          </p:txBody>
        </p:sp>
        <p:sp>
          <p:nvSpPr>
            <p:cNvPr id="605" name="Google Shape;605;p21"/>
            <p:cNvSpPr txBox="1"/>
            <p:nvPr/>
          </p:nvSpPr>
          <p:spPr>
            <a:xfrm rot="-5400000">
              <a:off x="-405922" y="3174322"/>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Producing &amp; Implementing</a:t>
              </a:r>
              <a:endParaRPr sz="800" b="1">
                <a:solidFill>
                  <a:schemeClr val="lt1"/>
                </a:solidFill>
                <a:latin typeface="Arial"/>
                <a:ea typeface="Arial"/>
                <a:cs typeface="Arial"/>
                <a:sym typeface="Arial"/>
              </a:endParaRPr>
            </a:p>
          </p:txBody>
        </p:sp>
        <p:sp>
          <p:nvSpPr>
            <p:cNvPr id="606" name="Google Shape;606;p21"/>
            <p:cNvSpPr txBox="1"/>
            <p:nvPr/>
          </p:nvSpPr>
          <p:spPr>
            <a:xfrm rot="-5400000">
              <a:off x="-404400" y="4533690"/>
              <a:ext cx="1137200" cy="492403"/>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Planning &amp; Managing</a:t>
              </a:r>
              <a:endParaRPr sz="800" b="1">
                <a:solidFill>
                  <a:schemeClr val="lt1"/>
                </a:solidFill>
                <a:latin typeface="Arial"/>
                <a:ea typeface="Arial"/>
                <a:cs typeface="Arial"/>
                <a:sym typeface="Arial"/>
              </a:endParaRPr>
            </a:p>
          </p:txBody>
        </p:sp>
        <p:sp>
          <p:nvSpPr>
            <p:cNvPr id="607" name="Google Shape;607;p21"/>
            <p:cNvSpPr txBox="1"/>
            <p:nvPr/>
          </p:nvSpPr>
          <p:spPr>
            <a:xfrm rot="-5400000">
              <a:off x="-404400" y="5977342"/>
              <a:ext cx="1137200" cy="369291"/>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GB" sz="800" b="1">
                  <a:solidFill>
                    <a:schemeClr val="lt1"/>
                  </a:solidFill>
                  <a:latin typeface="Arial"/>
                  <a:ea typeface="Arial"/>
                  <a:cs typeface="Arial"/>
                  <a:sym typeface="Arial"/>
                </a:rPr>
                <a:t>Evaluating</a:t>
              </a:r>
              <a:endParaRPr sz="800" b="1">
                <a:solidFill>
                  <a:schemeClr val="lt1"/>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c8b580a-6772-42a3-9bc1-797982c905ae">
      <Terms xmlns="http://schemas.microsoft.com/office/infopath/2007/PartnerControls"/>
    </lcf76f155ced4ddcb4097134ff3c332f>
    <TaxCatchAll xmlns="58d6d869-6257-41d6-b137-cda9c5fef6d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550DE76F826C459748A46297894ABD" ma:contentTypeVersion="15" ma:contentTypeDescription="Create a new document." ma:contentTypeScope="" ma:versionID="a1baa7808c4b09f321cf35b25fb980a5">
  <xsd:schema xmlns:xsd="http://www.w3.org/2001/XMLSchema" xmlns:xs="http://www.w3.org/2001/XMLSchema" xmlns:p="http://schemas.microsoft.com/office/2006/metadata/properties" xmlns:ns2="5c8b580a-6772-42a3-9bc1-797982c905ae" xmlns:ns3="58d6d869-6257-41d6-b137-cda9c5fef6d1" targetNamespace="http://schemas.microsoft.com/office/2006/metadata/properties" ma:root="true" ma:fieldsID="363e08098a12ea6b54ffce092cb739ec" ns2:_="" ns3:_="">
    <xsd:import namespace="5c8b580a-6772-42a3-9bc1-797982c905ae"/>
    <xsd:import namespace="58d6d869-6257-41d6-b137-cda9c5fef6d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8b580a-6772-42a3-9bc1-797982c905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ea08613-9ebd-4711-a790-4118c8b039cb"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8d6d869-6257-41d6-b137-cda9c5fef6d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9caf8eb-6d32-4aab-aceb-ffdfdb118ddd}" ma:internalName="TaxCatchAll" ma:showField="CatchAllData" ma:web="58d6d869-6257-41d6-b137-cda9c5fef6d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CBF776D-4D9E-439F-BA88-8E5E2EE97782}">
  <ds:schemaRefs>
    <ds:schemaRef ds:uri="http://schemas.microsoft.com/office/2006/metadata/properties"/>
    <ds:schemaRef ds:uri="http://schemas.microsoft.com/office/infopath/2007/PartnerControls"/>
    <ds:schemaRef ds:uri="5c8b580a-6772-42a3-9bc1-797982c905ae"/>
    <ds:schemaRef ds:uri="58d6d869-6257-41d6-b137-cda9c5fef6d1"/>
  </ds:schemaRefs>
</ds:datastoreItem>
</file>

<file path=customXml/itemProps2.xml><?xml version="1.0" encoding="utf-8"?>
<ds:datastoreItem xmlns:ds="http://schemas.openxmlformats.org/officeDocument/2006/customXml" ds:itemID="{09FFBFFE-5337-4D2D-8BC5-D2885F7AB7B7}">
  <ds:schemaRefs>
    <ds:schemaRef ds:uri="http://schemas.microsoft.com/sharepoint/v3/contenttype/forms"/>
  </ds:schemaRefs>
</ds:datastoreItem>
</file>

<file path=customXml/itemProps3.xml><?xml version="1.0" encoding="utf-8"?>
<ds:datastoreItem xmlns:ds="http://schemas.openxmlformats.org/officeDocument/2006/customXml" ds:itemID="{33ABE336-4643-4601-ADE6-064C6E1119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8b580a-6772-42a3-9bc1-797982c905ae"/>
    <ds:schemaRef ds:uri="58d6d869-6257-41d6-b137-cda9c5fef6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366</TotalTime>
  <Words>3822</Words>
  <Application>Microsoft Office PowerPoint</Application>
  <PresentationFormat>Widescreen</PresentationFormat>
  <Paragraphs>664</Paragraphs>
  <Slides>22</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Play</vt:lpstr>
      <vt:lpstr>Arial</vt:lpstr>
      <vt:lpstr>Roboto</vt:lpstr>
      <vt:lpstr>Office Theme</vt:lpstr>
      <vt:lpstr>STEM Portfolio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Peter Murphy</dc:creator>
  <cp:lastModifiedBy>Levi Nelson</cp:lastModifiedBy>
  <cp:revision>1</cp:revision>
  <dcterms:created xsi:type="dcterms:W3CDTF">2025-01-03T07:18:12Z</dcterms:created>
  <dcterms:modified xsi:type="dcterms:W3CDTF">2026-02-11T01:30:23Z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0x01010053550DE76F826C459748A46297894ABD</vt:lpwstr>
  </property>
</Properties>
</file>