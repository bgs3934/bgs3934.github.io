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0"/>
  </p:notesMasterIdLst>
  <p:sldIdLst>
    <p:sldId id="277" r:id="rId5"/>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80" r:id="rId23"/>
    <p:sldId id="278" r:id="rId24"/>
    <p:sldId id="279" r:id="rId25"/>
    <p:sldId id="273" r:id="rId26"/>
    <p:sldId id="274" r:id="rId27"/>
    <p:sldId id="275" r:id="rId28"/>
    <p:sldId id="276" r:id="rId29"/>
  </p:sldIdLst>
  <p:sldSz cx="12192000" cy="6858000"/>
  <p:notesSz cx="6858000" cy="9144000"/>
  <p:embeddedFontLst>
    <p:embeddedFont>
      <p:font typeface="Play" panose="020B0604020202020204" charset="0"/>
      <p:regular r:id="rId31"/>
      <p:bold r:id="rId32"/>
    </p:embeddedFont>
    <p:embeddedFont>
      <p:font typeface="Roboto" panose="020000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gMkXBsORbShs7JZN5QdmU7jH+nW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0B532B-3CDD-404A-81B8-26AA54390EBB}" v="2" dt="2026-08-07T02:15:08.587"/>
  </p1510:revLst>
</p1510:revInfo>
</file>

<file path=ppt/tableStyles.xml><?xml version="1.0" encoding="utf-8"?>
<a:tblStyleLst xmlns:a="http://schemas.openxmlformats.org/drawingml/2006/main" def="{E5B5EC9E-9983-4339-AEF5-35140938B591}">
  <a:tblStyle styleId="{E5B5EC9E-9983-4339-AEF5-35140938B59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FB279D3-E1D9-4619-B171-F6227F3B06D3}" styleName="Table_1">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8" d="100"/>
          <a:sy n="58" d="100"/>
        </p:scale>
        <p:origin x="9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font" Target="fonts/font4.fntdata"/><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ce Ladiges" userId="9058d54e-69bd-471e-b104-1ead891c9741" providerId="ADAL" clId="{2B9251C4-42DF-4463-8314-2F676DC961D9}"/>
    <pc:docChg chg="undo custSel addSld modSld">
      <pc:chgData name="Grace Ladiges" userId="9058d54e-69bd-471e-b104-1ead891c9741" providerId="ADAL" clId="{2B9251C4-42DF-4463-8314-2F676DC961D9}" dt="2026-08-07T02:22:36.389" v="1883" actId="26606"/>
      <pc:docMkLst>
        <pc:docMk/>
      </pc:docMkLst>
      <pc:sldChg chg="addSp modSp mod">
        <pc:chgData name="Grace Ladiges" userId="9058d54e-69bd-471e-b104-1ead891c9741" providerId="ADAL" clId="{2B9251C4-42DF-4463-8314-2F676DC961D9}" dt="2026-08-05T01:32:16.478" v="1638" actId="1076"/>
        <pc:sldMkLst>
          <pc:docMk/>
          <pc:sldMk cId="0" sldId="261"/>
        </pc:sldMkLst>
        <pc:spChg chg="add mod">
          <ac:chgData name="Grace Ladiges" userId="9058d54e-69bd-471e-b104-1ead891c9741" providerId="ADAL" clId="{2B9251C4-42DF-4463-8314-2F676DC961D9}" dt="2026-07-26T23:56:56.080" v="111" actId="20577"/>
          <ac:spMkLst>
            <pc:docMk/>
            <pc:sldMk cId="0" sldId="261"/>
            <ac:spMk id="3" creationId="{3E67478E-20E5-D718-1D48-19FCFCEC1657}"/>
          </ac:spMkLst>
        </pc:spChg>
        <pc:spChg chg="add mod">
          <ac:chgData name="Grace Ladiges" userId="9058d54e-69bd-471e-b104-1ead891c9741" providerId="ADAL" clId="{2B9251C4-42DF-4463-8314-2F676DC961D9}" dt="2026-08-05T01:31:01.581" v="1594" actId="1076"/>
          <ac:spMkLst>
            <pc:docMk/>
            <pc:sldMk cId="0" sldId="261"/>
            <ac:spMk id="4" creationId="{77823360-1861-F66F-1C98-7CFF9469EEA4}"/>
          </ac:spMkLst>
        </pc:spChg>
        <pc:spChg chg="add mod">
          <ac:chgData name="Grace Ladiges" userId="9058d54e-69bd-471e-b104-1ead891c9741" providerId="ADAL" clId="{2B9251C4-42DF-4463-8314-2F676DC961D9}" dt="2026-07-26T23:57:34.019" v="144" actId="20577"/>
          <ac:spMkLst>
            <pc:docMk/>
            <pc:sldMk cId="0" sldId="261"/>
            <ac:spMk id="5" creationId="{CC0643A6-6956-EA00-DD7D-5713F8E02A36}"/>
          </ac:spMkLst>
        </pc:spChg>
        <pc:spChg chg="add mod">
          <ac:chgData name="Grace Ladiges" userId="9058d54e-69bd-471e-b104-1ead891c9741" providerId="ADAL" clId="{2B9251C4-42DF-4463-8314-2F676DC961D9}" dt="2026-08-05T01:30:49.977" v="1593" actId="1076"/>
          <ac:spMkLst>
            <pc:docMk/>
            <pc:sldMk cId="0" sldId="261"/>
            <ac:spMk id="6" creationId="{66DF9CE9-9EEE-F824-B17A-22C5CBADC991}"/>
          </ac:spMkLst>
        </pc:spChg>
        <pc:spChg chg="add mod">
          <ac:chgData name="Grace Ladiges" userId="9058d54e-69bd-471e-b104-1ead891c9741" providerId="ADAL" clId="{2B9251C4-42DF-4463-8314-2F676DC961D9}" dt="2026-08-05T01:31:16.312" v="1605" actId="20577"/>
          <ac:spMkLst>
            <pc:docMk/>
            <pc:sldMk cId="0" sldId="261"/>
            <ac:spMk id="7" creationId="{23D02593-36D7-BA79-04C0-06BBD542DE8C}"/>
          </ac:spMkLst>
        </pc:spChg>
        <pc:spChg chg="add mod">
          <ac:chgData name="Grace Ladiges" userId="9058d54e-69bd-471e-b104-1ead891c9741" providerId="ADAL" clId="{2B9251C4-42DF-4463-8314-2F676DC961D9}" dt="2026-08-05T01:31:49.991" v="1613" actId="20577"/>
          <ac:spMkLst>
            <pc:docMk/>
            <pc:sldMk cId="0" sldId="261"/>
            <ac:spMk id="8" creationId="{764A8F00-8735-8F7F-4B0B-D7113CF454D2}"/>
          </ac:spMkLst>
        </pc:spChg>
        <pc:spChg chg="add mod">
          <ac:chgData name="Grace Ladiges" userId="9058d54e-69bd-471e-b104-1ead891c9741" providerId="ADAL" clId="{2B9251C4-42DF-4463-8314-2F676DC961D9}" dt="2026-08-05T01:32:16.478" v="1638" actId="1076"/>
          <ac:spMkLst>
            <pc:docMk/>
            <pc:sldMk cId="0" sldId="261"/>
            <ac:spMk id="9" creationId="{E9B50B93-2665-1EB8-2568-77A926003A3B}"/>
          </ac:spMkLst>
        </pc:spChg>
        <pc:spChg chg="mod">
          <ac:chgData name="Grace Ladiges" userId="9058d54e-69bd-471e-b104-1ead891c9741" providerId="ADAL" clId="{2B9251C4-42DF-4463-8314-2F676DC961D9}" dt="2026-07-26T23:56:08.923" v="90" actId="207"/>
          <ac:spMkLst>
            <pc:docMk/>
            <pc:sldMk cId="0" sldId="261"/>
            <ac:spMk id="219" creationId="{00000000-0000-0000-0000-000000000000}"/>
          </ac:spMkLst>
        </pc:spChg>
        <pc:picChg chg="add mod">
          <ac:chgData name="Grace Ladiges" userId="9058d54e-69bd-471e-b104-1ead891c9741" providerId="ADAL" clId="{2B9251C4-42DF-4463-8314-2F676DC961D9}" dt="2026-07-24T01:55:50.082" v="18" actId="1076"/>
          <ac:picMkLst>
            <pc:docMk/>
            <pc:sldMk cId="0" sldId="261"/>
            <ac:picMk id="2" creationId="{E68AA282-FC98-61A3-02B3-EF74829198B5}"/>
          </ac:picMkLst>
        </pc:picChg>
      </pc:sldChg>
      <pc:sldChg chg="modSp mod">
        <pc:chgData name="Grace Ladiges" userId="9058d54e-69bd-471e-b104-1ead891c9741" providerId="ADAL" clId="{2B9251C4-42DF-4463-8314-2F676DC961D9}" dt="2026-07-27T00:00:45.997" v="446" actId="20577"/>
        <pc:sldMkLst>
          <pc:docMk/>
          <pc:sldMk cId="0" sldId="262"/>
        </pc:sldMkLst>
        <pc:graphicFrameChg chg="modGraphic">
          <ac:chgData name="Grace Ladiges" userId="9058d54e-69bd-471e-b104-1ead891c9741" providerId="ADAL" clId="{2B9251C4-42DF-4463-8314-2F676DC961D9}" dt="2026-07-27T00:00:45.997" v="446" actId="20577"/>
          <ac:graphicFrameMkLst>
            <pc:docMk/>
            <pc:sldMk cId="0" sldId="262"/>
            <ac:graphicFrameMk id="240" creationId="{00000000-0000-0000-0000-000000000000}"/>
          </ac:graphicFrameMkLst>
        </pc:graphicFrameChg>
      </pc:sldChg>
      <pc:sldChg chg="addSp modSp mod">
        <pc:chgData name="Grace Ladiges" userId="9058d54e-69bd-471e-b104-1ead891c9741" providerId="ADAL" clId="{2B9251C4-42DF-4463-8314-2F676DC961D9}" dt="2026-07-27T00:18:20.572" v="1087" actId="1076"/>
        <pc:sldMkLst>
          <pc:docMk/>
          <pc:sldMk cId="0" sldId="263"/>
        </pc:sldMkLst>
        <pc:spChg chg="add mod">
          <ac:chgData name="Grace Ladiges" userId="9058d54e-69bd-471e-b104-1ead891c9741" providerId="ADAL" clId="{2B9251C4-42DF-4463-8314-2F676DC961D9}" dt="2026-07-27T00:14:29.799" v="908" actId="1076"/>
          <ac:spMkLst>
            <pc:docMk/>
            <pc:sldMk cId="0" sldId="263"/>
            <ac:spMk id="2" creationId="{21EC19B8-00EF-F6D4-6DDF-5926EF309BAF}"/>
          </ac:spMkLst>
        </pc:spChg>
        <pc:spChg chg="add mod">
          <ac:chgData name="Grace Ladiges" userId="9058d54e-69bd-471e-b104-1ead891c9741" providerId="ADAL" clId="{2B9251C4-42DF-4463-8314-2F676DC961D9}" dt="2026-07-27T00:14:42.231" v="916" actId="20577"/>
          <ac:spMkLst>
            <pc:docMk/>
            <pc:sldMk cId="0" sldId="263"/>
            <ac:spMk id="3" creationId="{B28E48C0-9147-85D3-F7A8-B1C6791825F7}"/>
          </ac:spMkLst>
        </pc:spChg>
        <pc:spChg chg="add mod">
          <ac:chgData name="Grace Ladiges" userId="9058d54e-69bd-471e-b104-1ead891c9741" providerId="ADAL" clId="{2B9251C4-42DF-4463-8314-2F676DC961D9}" dt="2026-07-27T00:15:05.780" v="940" actId="14100"/>
          <ac:spMkLst>
            <pc:docMk/>
            <pc:sldMk cId="0" sldId="263"/>
            <ac:spMk id="4" creationId="{DB8FCCE8-37EE-7A0E-98D6-207561E3D429}"/>
          </ac:spMkLst>
        </pc:spChg>
        <pc:spChg chg="add mod">
          <ac:chgData name="Grace Ladiges" userId="9058d54e-69bd-471e-b104-1ead891c9741" providerId="ADAL" clId="{2B9251C4-42DF-4463-8314-2F676DC961D9}" dt="2026-07-27T00:16:01.908" v="959" actId="20577"/>
          <ac:spMkLst>
            <pc:docMk/>
            <pc:sldMk cId="0" sldId="263"/>
            <ac:spMk id="5" creationId="{A5DD7259-B252-310B-E5DE-421FE0EC2C90}"/>
          </ac:spMkLst>
        </pc:spChg>
        <pc:spChg chg="add mod">
          <ac:chgData name="Grace Ladiges" userId="9058d54e-69bd-471e-b104-1ead891c9741" providerId="ADAL" clId="{2B9251C4-42DF-4463-8314-2F676DC961D9}" dt="2026-07-27T00:16:24.766" v="980" actId="1076"/>
          <ac:spMkLst>
            <pc:docMk/>
            <pc:sldMk cId="0" sldId="263"/>
            <ac:spMk id="6" creationId="{1ED3B56D-0E4E-60FD-1899-A55046DADE30}"/>
          </ac:spMkLst>
        </pc:spChg>
        <pc:spChg chg="add mod">
          <ac:chgData name="Grace Ladiges" userId="9058d54e-69bd-471e-b104-1ead891c9741" providerId="ADAL" clId="{2B9251C4-42DF-4463-8314-2F676DC961D9}" dt="2026-07-27T00:17:02.520" v="998" actId="1076"/>
          <ac:spMkLst>
            <pc:docMk/>
            <pc:sldMk cId="0" sldId="263"/>
            <ac:spMk id="7" creationId="{8622C233-5071-B78E-60EC-F7496441452B}"/>
          </ac:spMkLst>
        </pc:spChg>
        <pc:spChg chg="add mod">
          <ac:chgData name="Grace Ladiges" userId="9058d54e-69bd-471e-b104-1ead891c9741" providerId="ADAL" clId="{2B9251C4-42DF-4463-8314-2F676DC961D9}" dt="2026-07-27T00:17:40.618" v="1030" actId="1076"/>
          <ac:spMkLst>
            <pc:docMk/>
            <pc:sldMk cId="0" sldId="263"/>
            <ac:spMk id="8" creationId="{C8566413-4F6A-1C31-2CED-6D1C4E717DC3}"/>
          </ac:spMkLst>
        </pc:spChg>
        <pc:spChg chg="add mod">
          <ac:chgData name="Grace Ladiges" userId="9058d54e-69bd-471e-b104-1ead891c9741" providerId="ADAL" clId="{2B9251C4-42DF-4463-8314-2F676DC961D9}" dt="2026-07-27T00:18:06.838" v="1064" actId="1076"/>
          <ac:spMkLst>
            <pc:docMk/>
            <pc:sldMk cId="0" sldId="263"/>
            <ac:spMk id="9" creationId="{8BD93C30-D3AD-798D-EF21-1FB5C66AB1A1}"/>
          </ac:spMkLst>
        </pc:spChg>
        <pc:spChg chg="add mod">
          <ac:chgData name="Grace Ladiges" userId="9058d54e-69bd-471e-b104-1ead891c9741" providerId="ADAL" clId="{2B9251C4-42DF-4463-8314-2F676DC961D9}" dt="2026-07-27T00:18:20.572" v="1087" actId="1076"/>
          <ac:spMkLst>
            <pc:docMk/>
            <pc:sldMk cId="0" sldId="263"/>
            <ac:spMk id="10" creationId="{1F75E9F9-BC54-0C19-CA7C-5A2D6F8552CB}"/>
          </ac:spMkLst>
        </pc:spChg>
        <pc:spChg chg="mod">
          <ac:chgData name="Grace Ladiges" userId="9058d54e-69bd-471e-b104-1ead891c9741" providerId="ADAL" clId="{2B9251C4-42DF-4463-8314-2F676DC961D9}" dt="2026-07-27T00:01:22.485" v="487" actId="20577"/>
          <ac:spMkLst>
            <pc:docMk/>
            <pc:sldMk cId="0" sldId="263"/>
            <ac:spMk id="268" creationId="{00000000-0000-0000-0000-000000000000}"/>
          </ac:spMkLst>
        </pc:spChg>
        <pc:spChg chg="mod">
          <ac:chgData name="Grace Ladiges" userId="9058d54e-69bd-471e-b104-1ead891c9741" providerId="ADAL" clId="{2B9251C4-42DF-4463-8314-2F676DC961D9}" dt="2026-07-27T00:14:12.086" v="893" actId="20577"/>
          <ac:spMkLst>
            <pc:docMk/>
            <pc:sldMk cId="0" sldId="263"/>
            <ac:spMk id="273" creationId="{00000000-0000-0000-0000-000000000000}"/>
          </ac:spMkLst>
        </pc:spChg>
        <pc:spChg chg="mod">
          <ac:chgData name="Grace Ladiges" userId="9058d54e-69bd-471e-b104-1ead891c9741" providerId="ADAL" clId="{2B9251C4-42DF-4463-8314-2F676DC961D9}" dt="2026-07-27T00:14:04.167" v="889" actId="20577"/>
          <ac:spMkLst>
            <pc:docMk/>
            <pc:sldMk cId="0" sldId="263"/>
            <ac:spMk id="275" creationId="{00000000-0000-0000-0000-000000000000}"/>
          </ac:spMkLst>
        </pc:spChg>
        <pc:spChg chg="mod">
          <ac:chgData name="Grace Ladiges" userId="9058d54e-69bd-471e-b104-1ead891c9741" providerId="ADAL" clId="{2B9251C4-42DF-4463-8314-2F676DC961D9}" dt="2026-07-27T00:17:26.600" v="1019" actId="20577"/>
          <ac:spMkLst>
            <pc:docMk/>
            <pc:sldMk cId="0" sldId="263"/>
            <ac:spMk id="290" creationId="{00000000-0000-0000-0000-000000000000}"/>
          </ac:spMkLst>
        </pc:spChg>
        <pc:spChg chg="mod">
          <ac:chgData name="Grace Ladiges" userId="9058d54e-69bd-471e-b104-1ead891c9741" providerId="ADAL" clId="{2B9251C4-42DF-4463-8314-2F676DC961D9}" dt="2026-07-27T00:15:24.049" v="951" actId="5793"/>
          <ac:spMkLst>
            <pc:docMk/>
            <pc:sldMk cId="0" sldId="263"/>
            <ac:spMk id="291" creationId="{00000000-0000-0000-0000-000000000000}"/>
          </ac:spMkLst>
        </pc:spChg>
        <pc:grpChg chg="mod">
          <ac:chgData name="Grace Ladiges" userId="9058d54e-69bd-471e-b104-1ead891c9741" providerId="ADAL" clId="{2B9251C4-42DF-4463-8314-2F676DC961D9}" dt="2026-07-27T00:16:21.295" v="979" actId="1076"/>
          <ac:grpSpMkLst>
            <pc:docMk/>
            <pc:sldMk cId="0" sldId="263"/>
            <ac:grpSpMk id="259" creationId="{00000000-0000-0000-0000-000000000000}"/>
          </ac:grpSpMkLst>
        </pc:grpChg>
      </pc:sldChg>
      <pc:sldChg chg="addSp modSp mod">
        <pc:chgData name="Grace Ladiges" userId="9058d54e-69bd-471e-b104-1ead891c9741" providerId="ADAL" clId="{2B9251C4-42DF-4463-8314-2F676DC961D9}" dt="2026-07-27T00:05:55.743" v="869" actId="20577"/>
        <pc:sldMkLst>
          <pc:docMk/>
          <pc:sldMk cId="0" sldId="264"/>
        </pc:sldMkLst>
        <pc:spChg chg="add mod">
          <ac:chgData name="Grace Ladiges" userId="9058d54e-69bd-471e-b104-1ead891c9741" providerId="ADAL" clId="{2B9251C4-42DF-4463-8314-2F676DC961D9}" dt="2026-07-27T00:02:24.300" v="584" actId="20577"/>
          <ac:spMkLst>
            <pc:docMk/>
            <pc:sldMk cId="0" sldId="264"/>
            <ac:spMk id="2" creationId="{29826B51-FC14-8D84-3797-EC0DC88194E6}"/>
          </ac:spMkLst>
        </pc:spChg>
        <pc:spChg chg="add mod">
          <ac:chgData name="Grace Ladiges" userId="9058d54e-69bd-471e-b104-1ead891c9741" providerId="ADAL" clId="{2B9251C4-42DF-4463-8314-2F676DC961D9}" dt="2026-07-27T00:04:09.264" v="753" actId="20577"/>
          <ac:spMkLst>
            <pc:docMk/>
            <pc:sldMk cId="0" sldId="264"/>
            <ac:spMk id="3" creationId="{51DB983E-6B8D-1EE6-1E46-33EAFC1DD967}"/>
          </ac:spMkLst>
        </pc:spChg>
        <pc:spChg chg="add mod">
          <ac:chgData name="Grace Ladiges" userId="9058d54e-69bd-471e-b104-1ead891c9741" providerId="ADAL" clId="{2B9251C4-42DF-4463-8314-2F676DC961D9}" dt="2026-07-27T00:05:55.743" v="869" actId="20577"/>
          <ac:spMkLst>
            <pc:docMk/>
            <pc:sldMk cId="0" sldId="264"/>
            <ac:spMk id="4" creationId="{0B5E6106-9CDE-F624-39E8-C9B0FD661247}"/>
          </ac:spMkLst>
        </pc:spChg>
      </pc:sldChg>
      <pc:sldChg chg="addSp modSp mod">
        <pc:chgData name="Grace Ladiges" userId="9058d54e-69bd-471e-b104-1ead891c9741" providerId="ADAL" clId="{2B9251C4-42DF-4463-8314-2F676DC961D9}" dt="2026-08-05T01:17:37.720" v="1422" actId="20577"/>
        <pc:sldMkLst>
          <pc:docMk/>
          <pc:sldMk cId="0" sldId="265"/>
        </pc:sldMkLst>
        <pc:spChg chg="add mod">
          <ac:chgData name="Grace Ladiges" userId="9058d54e-69bd-471e-b104-1ead891c9741" providerId="ADAL" clId="{2B9251C4-42DF-4463-8314-2F676DC961D9}" dt="2026-08-05T01:16:33.728" v="1292" actId="255"/>
          <ac:spMkLst>
            <pc:docMk/>
            <pc:sldMk cId="0" sldId="265"/>
            <ac:spMk id="4" creationId="{F6F8D79A-876C-B786-976F-65BEB0AAE149}"/>
          </ac:spMkLst>
        </pc:spChg>
        <pc:spChg chg="add mod">
          <ac:chgData name="Grace Ladiges" userId="9058d54e-69bd-471e-b104-1ead891c9741" providerId="ADAL" clId="{2B9251C4-42DF-4463-8314-2F676DC961D9}" dt="2026-08-05T01:17:37.720" v="1422" actId="20577"/>
          <ac:spMkLst>
            <pc:docMk/>
            <pc:sldMk cId="0" sldId="265"/>
            <ac:spMk id="8" creationId="{96698AD8-D04D-77BD-870D-535A48A6F199}"/>
          </ac:spMkLst>
        </pc:spChg>
        <pc:spChg chg="mod">
          <ac:chgData name="Grace Ladiges" userId="9058d54e-69bd-471e-b104-1ead891c9741" providerId="ADAL" clId="{2B9251C4-42DF-4463-8314-2F676DC961D9}" dt="2026-08-05T01:17:14.421" v="1297" actId="1076"/>
          <ac:spMkLst>
            <pc:docMk/>
            <pc:sldMk cId="0" sldId="265"/>
            <ac:spMk id="343" creationId="{00000000-0000-0000-0000-000000000000}"/>
          </ac:spMkLst>
        </pc:spChg>
        <pc:picChg chg="add mod">
          <ac:chgData name="Grace Ladiges" userId="9058d54e-69bd-471e-b104-1ead891c9741" providerId="ADAL" clId="{2B9251C4-42DF-4463-8314-2F676DC961D9}" dt="2026-08-05T01:15:53.655" v="1227" actId="1076"/>
          <ac:picMkLst>
            <pc:docMk/>
            <pc:sldMk cId="0" sldId="265"/>
            <ac:picMk id="3" creationId="{6BDDADEB-A67B-FF1F-28C7-8581C1B072B7}"/>
          </ac:picMkLst>
        </pc:picChg>
        <pc:picChg chg="add mod">
          <ac:chgData name="Grace Ladiges" userId="9058d54e-69bd-471e-b104-1ead891c9741" providerId="ADAL" clId="{2B9251C4-42DF-4463-8314-2F676DC961D9}" dt="2026-08-05T01:16:55.008" v="1294" actId="1076"/>
          <ac:picMkLst>
            <pc:docMk/>
            <pc:sldMk cId="0" sldId="265"/>
            <ac:picMk id="6" creationId="{7A83E63F-51E7-11A9-A153-5EB0662DEB18}"/>
          </ac:picMkLst>
        </pc:picChg>
      </pc:sldChg>
      <pc:sldChg chg="addSp delSp modSp mod">
        <pc:chgData name="Grace Ladiges" userId="9058d54e-69bd-471e-b104-1ead891c9741" providerId="ADAL" clId="{2B9251C4-42DF-4463-8314-2F676DC961D9}" dt="2026-07-29T01:18:58.095" v="1225"/>
        <pc:sldMkLst>
          <pc:docMk/>
          <pc:sldMk cId="0" sldId="267"/>
        </pc:sldMkLst>
        <pc:spChg chg="add mod">
          <ac:chgData name="Grace Ladiges" userId="9058d54e-69bd-471e-b104-1ead891c9741" providerId="ADAL" clId="{2B9251C4-42DF-4463-8314-2F676DC961D9}" dt="2026-07-29T01:13:09.148" v="1171" actId="1076"/>
          <ac:spMkLst>
            <pc:docMk/>
            <pc:sldMk cId="0" sldId="267"/>
            <ac:spMk id="2" creationId="{281D9CC0-E1DA-4B90-5246-0F7F61539477}"/>
          </ac:spMkLst>
        </pc:spChg>
        <pc:spChg chg="add mod">
          <ac:chgData name="Grace Ladiges" userId="9058d54e-69bd-471e-b104-1ead891c9741" providerId="ADAL" clId="{2B9251C4-42DF-4463-8314-2F676DC961D9}" dt="2026-07-29T01:13:31.907" v="1174" actId="1076"/>
          <ac:spMkLst>
            <pc:docMk/>
            <pc:sldMk cId="0" sldId="267"/>
            <ac:spMk id="3" creationId="{3B83D454-AF9A-92C1-0CCD-2E4C28ECEA2C}"/>
          </ac:spMkLst>
        </pc:spChg>
        <pc:spChg chg="add mod">
          <ac:chgData name="Grace Ladiges" userId="9058d54e-69bd-471e-b104-1ead891c9741" providerId="ADAL" clId="{2B9251C4-42DF-4463-8314-2F676DC961D9}" dt="2026-07-29T01:16:29.507" v="1202" actId="1076"/>
          <ac:spMkLst>
            <pc:docMk/>
            <pc:sldMk cId="0" sldId="267"/>
            <ac:spMk id="4" creationId="{9DD42DA1-7F8C-67AD-83A1-5F1EE7DA67E0}"/>
          </ac:spMkLst>
        </pc:spChg>
        <pc:spChg chg="add mod">
          <ac:chgData name="Grace Ladiges" userId="9058d54e-69bd-471e-b104-1ead891c9741" providerId="ADAL" clId="{2B9251C4-42DF-4463-8314-2F676DC961D9}" dt="2026-07-29T01:15:01.610" v="1200" actId="1076"/>
          <ac:spMkLst>
            <pc:docMk/>
            <pc:sldMk cId="0" sldId="267"/>
            <ac:spMk id="5" creationId="{F2FEDC57-364A-DFF1-66EB-EE95528CAFD3}"/>
          </ac:spMkLst>
        </pc:spChg>
        <pc:spChg chg="add mod">
          <ac:chgData name="Grace Ladiges" userId="9058d54e-69bd-471e-b104-1ead891c9741" providerId="ADAL" clId="{2B9251C4-42DF-4463-8314-2F676DC961D9}" dt="2026-07-29T01:18:33.965" v="1223" actId="1076"/>
          <ac:spMkLst>
            <pc:docMk/>
            <pc:sldMk cId="0" sldId="267"/>
            <ac:spMk id="7" creationId="{9AB9DE53-D064-8E03-EC8A-B6176DFE3080}"/>
          </ac:spMkLst>
        </pc:spChg>
        <pc:spChg chg="add mod">
          <ac:chgData name="Grace Ladiges" userId="9058d54e-69bd-471e-b104-1ead891c9741" providerId="ADAL" clId="{2B9251C4-42DF-4463-8314-2F676DC961D9}" dt="2026-07-29T01:18:58.095" v="1225"/>
          <ac:spMkLst>
            <pc:docMk/>
            <pc:sldMk cId="0" sldId="267"/>
            <ac:spMk id="8" creationId="{F92FFB58-20E1-9FCB-82CF-A01684A5EF05}"/>
          </ac:spMkLst>
        </pc:spChg>
        <pc:spChg chg="mod">
          <ac:chgData name="Grace Ladiges" userId="9058d54e-69bd-471e-b104-1ead891c9741" providerId="ADAL" clId="{2B9251C4-42DF-4463-8314-2F676DC961D9}" dt="2026-07-29T01:11:28.588" v="1158"/>
          <ac:spMkLst>
            <pc:docMk/>
            <pc:sldMk cId="0" sldId="267"/>
            <ac:spMk id="388" creationId="{00000000-0000-0000-0000-000000000000}"/>
          </ac:spMkLst>
        </pc:spChg>
        <pc:spChg chg="mod">
          <ac:chgData name="Grace Ladiges" userId="9058d54e-69bd-471e-b104-1ead891c9741" providerId="ADAL" clId="{2B9251C4-42DF-4463-8314-2F676DC961D9}" dt="2026-07-29T01:11:28.588" v="1158"/>
          <ac:spMkLst>
            <pc:docMk/>
            <pc:sldMk cId="0" sldId="267"/>
            <ac:spMk id="389" creationId="{00000000-0000-0000-0000-000000000000}"/>
          </ac:spMkLst>
        </pc:spChg>
        <pc:spChg chg="mod">
          <ac:chgData name="Grace Ladiges" userId="9058d54e-69bd-471e-b104-1ead891c9741" providerId="ADAL" clId="{2B9251C4-42DF-4463-8314-2F676DC961D9}" dt="2026-07-29T01:11:28.588" v="1158"/>
          <ac:spMkLst>
            <pc:docMk/>
            <pc:sldMk cId="0" sldId="267"/>
            <ac:spMk id="390" creationId="{00000000-0000-0000-0000-000000000000}"/>
          </ac:spMkLst>
        </pc:spChg>
        <pc:spChg chg="mod">
          <ac:chgData name="Grace Ladiges" userId="9058d54e-69bd-471e-b104-1ead891c9741" providerId="ADAL" clId="{2B9251C4-42DF-4463-8314-2F676DC961D9}" dt="2026-07-29T01:11:28.588" v="1158"/>
          <ac:spMkLst>
            <pc:docMk/>
            <pc:sldMk cId="0" sldId="267"/>
            <ac:spMk id="391" creationId="{00000000-0000-0000-0000-000000000000}"/>
          </ac:spMkLst>
        </pc:spChg>
        <pc:spChg chg="mod">
          <ac:chgData name="Grace Ladiges" userId="9058d54e-69bd-471e-b104-1ead891c9741" providerId="ADAL" clId="{2B9251C4-42DF-4463-8314-2F676DC961D9}" dt="2026-07-29T01:11:28.588" v="1158"/>
          <ac:spMkLst>
            <pc:docMk/>
            <pc:sldMk cId="0" sldId="267"/>
            <ac:spMk id="392" creationId="{00000000-0000-0000-0000-000000000000}"/>
          </ac:spMkLst>
        </pc:spChg>
        <pc:spChg chg="mod">
          <ac:chgData name="Grace Ladiges" userId="9058d54e-69bd-471e-b104-1ead891c9741" providerId="ADAL" clId="{2B9251C4-42DF-4463-8314-2F676DC961D9}" dt="2026-07-29T01:11:28.588" v="1158"/>
          <ac:spMkLst>
            <pc:docMk/>
            <pc:sldMk cId="0" sldId="267"/>
            <ac:spMk id="393" creationId="{00000000-0000-0000-0000-000000000000}"/>
          </ac:spMkLst>
        </pc:spChg>
        <pc:spChg chg="mod">
          <ac:chgData name="Grace Ladiges" userId="9058d54e-69bd-471e-b104-1ead891c9741" providerId="ADAL" clId="{2B9251C4-42DF-4463-8314-2F676DC961D9}" dt="2026-07-29T01:11:28.588" v="1158"/>
          <ac:spMkLst>
            <pc:docMk/>
            <pc:sldMk cId="0" sldId="267"/>
            <ac:spMk id="394" creationId="{00000000-0000-0000-0000-000000000000}"/>
          </ac:spMkLst>
        </pc:spChg>
        <pc:spChg chg="mod">
          <ac:chgData name="Grace Ladiges" userId="9058d54e-69bd-471e-b104-1ead891c9741" providerId="ADAL" clId="{2B9251C4-42DF-4463-8314-2F676DC961D9}" dt="2026-07-29T01:11:28.588" v="1158"/>
          <ac:spMkLst>
            <pc:docMk/>
            <pc:sldMk cId="0" sldId="267"/>
            <ac:spMk id="395" creationId="{00000000-0000-0000-0000-000000000000}"/>
          </ac:spMkLst>
        </pc:spChg>
        <pc:spChg chg="mod">
          <ac:chgData name="Grace Ladiges" userId="9058d54e-69bd-471e-b104-1ead891c9741" providerId="ADAL" clId="{2B9251C4-42DF-4463-8314-2F676DC961D9}" dt="2026-07-29T01:12:25.717" v="1165" actId="20577"/>
          <ac:spMkLst>
            <pc:docMk/>
            <pc:sldMk cId="0" sldId="267"/>
            <ac:spMk id="396" creationId="{00000000-0000-0000-0000-000000000000}"/>
          </ac:spMkLst>
        </pc:spChg>
        <pc:spChg chg="mod">
          <ac:chgData name="Grace Ladiges" userId="9058d54e-69bd-471e-b104-1ead891c9741" providerId="ADAL" clId="{2B9251C4-42DF-4463-8314-2F676DC961D9}" dt="2026-07-29T01:11:28.588" v="1158"/>
          <ac:spMkLst>
            <pc:docMk/>
            <pc:sldMk cId="0" sldId="267"/>
            <ac:spMk id="397" creationId="{00000000-0000-0000-0000-000000000000}"/>
          </ac:spMkLst>
        </pc:spChg>
        <pc:grpChg chg="mod">
          <ac:chgData name="Grace Ladiges" userId="9058d54e-69bd-471e-b104-1ead891c9741" providerId="ADAL" clId="{2B9251C4-42DF-4463-8314-2F676DC961D9}" dt="2026-07-29T01:17:09.895" v="1209" actId="1076"/>
          <ac:grpSpMkLst>
            <pc:docMk/>
            <pc:sldMk cId="0" sldId="267"/>
            <ac:grpSpMk id="387" creationId="{00000000-0000-0000-0000-000000000000}"/>
          </ac:grpSpMkLst>
        </pc:grpChg>
      </pc:sldChg>
      <pc:sldChg chg="addSp modSp mod">
        <pc:chgData name="Grace Ladiges" userId="9058d54e-69bd-471e-b104-1ead891c9741" providerId="ADAL" clId="{2B9251C4-42DF-4463-8314-2F676DC961D9}" dt="2026-08-05T01:24:55.594" v="1560" actId="255"/>
        <pc:sldMkLst>
          <pc:docMk/>
          <pc:sldMk cId="0" sldId="268"/>
        </pc:sldMkLst>
        <pc:spChg chg="add mod">
          <ac:chgData name="Grace Ladiges" userId="9058d54e-69bd-471e-b104-1ead891c9741" providerId="ADAL" clId="{2B9251C4-42DF-4463-8314-2F676DC961D9}" dt="2026-08-05T01:23:39.949" v="1479" actId="255"/>
          <ac:spMkLst>
            <pc:docMk/>
            <pc:sldMk cId="0" sldId="268"/>
            <ac:spMk id="2" creationId="{2F3F24DF-D3A8-AA27-C221-18B9F4769F71}"/>
          </ac:spMkLst>
        </pc:spChg>
        <pc:spChg chg="add mod">
          <ac:chgData name="Grace Ladiges" userId="9058d54e-69bd-471e-b104-1ead891c9741" providerId="ADAL" clId="{2B9251C4-42DF-4463-8314-2F676DC961D9}" dt="2026-08-05T01:24:28.972" v="1528" actId="255"/>
          <ac:spMkLst>
            <pc:docMk/>
            <pc:sldMk cId="0" sldId="268"/>
            <ac:spMk id="3" creationId="{895FE8E2-4BA4-B986-4B2E-4B74B27CFCFF}"/>
          </ac:spMkLst>
        </pc:spChg>
        <pc:spChg chg="add mod">
          <ac:chgData name="Grace Ladiges" userId="9058d54e-69bd-471e-b104-1ead891c9741" providerId="ADAL" clId="{2B9251C4-42DF-4463-8314-2F676DC961D9}" dt="2026-08-05T01:24:55.594" v="1560" actId="255"/>
          <ac:spMkLst>
            <pc:docMk/>
            <pc:sldMk cId="0" sldId="268"/>
            <ac:spMk id="4" creationId="{51277D3F-B420-3C34-A98C-3D537A4463F2}"/>
          </ac:spMkLst>
        </pc:spChg>
      </pc:sldChg>
      <pc:sldChg chg="modSp mod">
        <pc:chgData name="Grace Ladiges" userId="9058d54e-69bd-471e-b104-1ead891c9741" providerId="ADAL" clId="{2B9251C4-42DF-4463-8314-2F676DC961D9}" dt="2026-08-05T01:30:12.707" v="1592" actId="255"/>
        <pc:sldMkLst>
          <pc:docMk/>
          <pc:sldMk cId="0" sldId="270"/>
        </pc:sldMkLst>
        <pc:graphicFrameChg chg="mod modGraphic">
          <ac:chgData name="Grace Ladiges" userId="9058d54e-69bd-471e-b104-1ead891c9741" providerId="ADAL" clId="{2B9251C4-42DF-4463-8314-2F676DC961D9}" dt="2026-08-05T01:27:22.967" v="1571" actId="255"/>
          <ac:graphicFrameMkLst>
            <pc:docMk/>
            <pc:sldMk cId="0" sldId="270"/>
            <ac:graphicFrameMk id="461" creationId="{00000000-0000-0000-0000-000000000000}"/>
          </ac:graphicFrameMkLst>
        </pc:graphicFrameChg>
        <pc:graphicFrameChg chg="mod modGraphic">
          <ac:chgData name="Grace Ladiges" userId="9058d54e-69bd-471e-b104-1ead891c9741" providerId="ADAL" clId="{2B9251C4-42DF-4463-8314-2F676DC961D9}" dt="2026-08-05T01:28:45.446" v="1582" actId="255"/>
          <ac:graphicFrameMkLst>
            <pc:docMk/>
            <pc:sldMk cId="0" sldId="270"/>
            <ac:graphicFrameMk id="462" creationId="{00000000-0000-0000-0000-000000000000}"/>
          </ac:graphicFrameMkLst>
        </pc:graphicFrameChg>
        <pc:graphicFrameChg chg="mod modGraphic">
          <ac:chgData name="Grace Ladiges" userId="9058d54e-69bd-471e-b104-1ead891c9741" providerId="ADAL" clId="{2B9251C4-42DF-4463-8314-2F676DC961D9}" dt="2026-08-05T01:30:12.707" v="1592" actId="255"/>
          <ac:graphicFrameMkLst>
            <pc:docMk/>
            <pc:sldMk cId="0" sldId="270"/>
            <ac:graphicFrameMk id="463" creationId="{00000000-0000-0000-0000-000000000000}"/>
          </ac:graphicFrameMkLst>
        </pc:graphicFrameChg>
      </pc:sldChg>
      <pc:sldChg chg="addSp modSp mod">
        <pc:chgData name="Grace Ladiges" userId="9058d54e-69bd-471e-b104-1ead891c9741" providerId="ADAL" clId="{2B9251C4-42DF-4463-8314-2F676DC961D9}" dt="2026-08-05T01:19:47.782" v="1425" actId="1076"/>
        <pc:sldMkLst>
          <pc:docMk/>
          <pc:sldMk cId="0" sldId="271"/>
        </pc:sldMkLst>
        <pc:picChg chg="add mod">
          <ac:chgData name="Grace Ladiges" userId="9058d54e-69bd-471e-b104-1ead891c9741" providerId="ADAL" clId="{2B9251C4-42DF-4463-8314-2F676DC961D9}" dt="2026-08-05T01:19:47.782" v="1425" actId="1076"/>
          <ac:picMkLst>
            <pc:docMk/>
            <pc:sldMk cId="0" sldId="271"/>
            <ac:picMk id="3" creationId="{118E6724-86E4-F785-3733-BCDB60E1E04F}"/>
          </ac:picMkLst>
        </pc:picChg>
      </pc:sldChg>
      <pc:sldChg chg="addSp delSp modSp mod setBg addAnim delAnim setClrOvrMap">
        <pc:chgData name="Grace Ladiges" userId="9058d54e-69bd-471e-b104-1ead891c9741" providerId="ADAL" clId="{2B9251C4-42DF-4463-8314-2F676DC961D9}" dt="2026-07-22T02:36:39.062" v="14" actId="1076"/>
        <pc:sldMkLst>
          <pc:docMk/>
          <pc:sldMk cId="497814436" sldId="277"/>
        </pc:sldMkLst>
        <pc:spChg chg="mod">
          <ac:chgData name="Grace Ladiges" userId="9058d54e-69bd-471e-b104-1ead891c9741" providerId="ADAL" clId="{2B9251C4-42DF-4463-8314-2F676DC961D9}" dt="2026-07-22T02:36:31.649" v="10" actId="26606"/>
          <ac:spMkLst>
            <pc:docMk/>
            <pc:sldMk cId="497814436" sldId="277"/>
            <ac:spMk id="2" creationId="{703EF611-733C-1E14-FE05-9B0B1D48DB4B}"/>
          </ac:spMkLst>
        </pc:spChg>
        <pc:spChg chg="mod">
          <ac:chgData name="Grace Ladiges" userId="9058d54e-69bd-471e-b104-1ead891c9741" providerId="ADAL" clId="{2B9251C4-42DF-4463-8314-2F676DC961D9}" dt="2026-07-22T02:36:31.649" v="10" actId="26606"/>
          <ac:spMkLst>
            <pc:docMk/>
            <pc:sldMk cId="497814436" sldId="277"/>
            <ac:spMk id="3" creationId="{65EDD024-2F28-4975-8D21-EE9F3E046365}"/>
          </ac:spMkLst>
        </pc:spChg>
        <pc:picChg chg="add mod ord">
          <ac:chgData name="Grace Ladiges" userId="9058d54e-69bd-471e-b104-1ead891c9741" providerId="ADAL" clId="{2B9251C4-42DF-4463-8314-2F676DC961D9}" dt="2026-07-22T02:36:39.062" v="14" actId="1076"/>
          <ac:picMkLst>
            <pc:docMk/>
            <pc:sldMk cId="497814436" sldId="277"/>
            <ac:picMk id="5" creationId="{135F34A6-9D5C-046D-E1C9-E27BDEC9D860}"/>
          </ac:picMkLst>
        </pc:picChg>
      </pc:sldChg>
      <pc:sldChg chg="addSp delSp modSp new mod setBg">
        <pc:chgData name="Grace Ladiges" userId="9058d54e-69bd-471e-b104-1ead891c9741" providerId="ADAL" clId="{2B9251C4-42DF-4463-8314-2F676DC961D9}" dt="2026-08-07T02:22:36.389" v="1883" actId="26606"/>
        <pc:sldMkLst>
          <pc:docMk/>
          <pc:sldMk cId="3370625124" sldId="280"/>
        </pc:sldMkLst>
        <pc:spChg chg="mod">
          <ac:chgData name="Grace Ladiges" userId="9058d54e-69bd-471e-b104-1ead891c9741" providerId="ADAL" clId="{2B9251C4-42DF-4463-8314-2F676DC961D9}" dt="2026-08-07T02:22:34.477" v="1881" actId="26606"/>
          <ac:spMkLst>
            <pc:docMk/>
            <pc:sldMk cId="3370625124" sldId="280"/>
            <ac:spMk id="2" creationId="{822B1D1A-EAF8-A114-E331-60D6F4D0BFB0}"/>
          </ac:spMkLst>
        </pc:spChg>
        <pc:spChg chg="add del mod">
          <ac:chgData name="Grace Ladiges" userId="9058d54e-69bd-471e-b104-1ead891c9741" providerId="ADAL" clId="{2B9251C4-42DF-4463-8314-2F676DC961D9}" dt="2026-08-07T02:22:36.389" v="1883" actId="26606"/>
          <ac:spMkLst>
            <pc:docMk/>
            <pc:sldMk cId="3370625124" sldId="280"/>
            <ac:spMk id="3" creationId="{B7D438D0-034F-53A6-DCC6-5200ABDF92ED}"/>
          </ac:spMkLst>
        </pc:spChg>
        <pc:spChg chg="add del">
          <ac:chgData name="Grace Ladiges" userId="9058d54e-69bd-471e-b104-1ead891c9741" providerId="ADAL" clId="{2B9251C4-42DF-4463-8314-2F676DC961D9}" dt="2026-08-07T02:22:34.477" v="1881" actId="26606"/>
          <ac:spMkLst>
            <pc:docMk/>
            <pc:sldMk cId="3370625124" sldId="280"/>
            <ac:spMk id="16" creationId="{AC8EEB0F-BA72-49AC-956F-331B60FDE79E}"/>
          </ac:spMkLst>
        </pc:spChg>
        <pc:grpChg chg="add del">
          <ac:chgData name="Grace Ladiges" userId="9058d54e-69bd-471e-b104-1ead891c9741" providerId="ADAL" clId="{2B9251C4-42DF-4463-8314-2F676DC961D9}" dt="2026-08-07T02:22:34.477" v="1881" actId="26606"/>
          <ac:grpSpMkLst>
            <pc:docMk/>
            <pc:sldMk cId="3370625124" sldId="280"/>
            <ac:grpSpMk id="18" creationId="{54C5F191-28EB-4204-8F9D-2EA49651480F}"/>
          </ac:grpSpMkLst>
        </pc:grpChg>
        <pc:grpChg chg="add del">
          <ac:chgData name="Grace Ladiges" userId="9058d54e-69bd-471e-b104-1ead891c9741" providerId="ADAL" clId="{2B9251C4-42DF-4463-8314-2F676DC961D9}" dt="2026-08-07T02:22:34.477" v="1881" actId="26606"/>
          <ac:grpSpMkLst>
            <pc:docMk/>
            <pc:sldMk cId="3370625124" sldId="280"/>
            <ac:grpSpMk id="24" creationId="{19A5CE6D-B0CD-44A3-A50A-64467EB0712C}"/>
          </ac:grpSpMkLst>
        </pc:grpChg>
        <pc:grpChg chg="add del">
          <ac:chgData name="Grace Ladiges" userId="9058d54e-69bd-471e-b104-1ead891c9741" providerId="ADAL" clId="{2B9251C4-42DF-4463-8314-2F676DC961D9}" dt="2026-08-07T02:22:34.477" v="1881" actId="26606"/>
          <ac:grpSpMkLst>
            <pc:docMk/>
            <pc:sldMk cId="3370625124" sldId="280"/>
            <ac:grpSpMk id="30" creationId="{1F5AD99D-D9DE-4538-B93F-D082821D361E}"/>
          </ac:grpSpMkLst>
        </pc:grpChg>
        <pc:graphicFrameChg chg="add del">
          <ac:chgData name="Grace Ladiges" userId="9058d54e-69bd-471e-b104-1ead891c9741" providerId="ADAL" clId="{2B9251C4-42DF-4463-8314-2F676DC961D9}" dt="2026-08-07T02:22:36.389" v="1883" actId="26606"/>
          <ac:graphicFrameMkLst>
            <pc:docMk/>
            <pc:sldMk cId="3370625124" sldId="280"/>
            <ac:graphicFrameMk id="11" creationId="{7B548444-D45A-D27A-0C97-9EF9E51B82B3}"/>
          </ac:graphicFrameMkLst>
        </pc:graphicFrameChg>
        <pc:picChg chg="add mod ord">
          <ac:chgData name="Grace Ladiges" userId="9058d54e-69bd-471e-b104-1ead891c9741" providerId="ADAL" clId="{2B9251C4-42DF-4463-8314-2F676DC961D9}" dt="2026-08-07T02:22:34.477" v="1881" actId="26606"/>
          <ac:picMkLst>
            <pc:docMk/>
            <pc:sldMk cId="3370625124" sldId="280"/>
            <ac:picMk id="5" creationId="{36FE261A-063F-8EEE-6EA4-8E5BA3114529}"/>
          </ac:picMkLst>
        </pc:picChg>
        <pc:picChg chg="add mod">
          <ac:chgData name="Grace Ladiges" userId="9058d54e-69bd-471e-b104-1ead891c9741" providerId="ADAL" clId="{2B9251C4-42DF-4463-8314-2F676DC961D9}" dt="2026-08-07T02:22:34.477" v="1881" actId="26606"/>
          <ac:picMkLst>
            <pc:docMk/>
            <pc:sldMk cId="3370625124" sldId="280"/>
            <ac:picMk id="7" creationId="{D19A0B0F-F5DC-6FFD-B095-C2B4C6370627}"/>
          </ac:picMkLst>
        </pc:picChg>
        <pc:picChg chg="add mod">
          <ac:chgData name="Grace Ladiges" userId="9058d54e-69bd-471e-b104-1ead891c9741" providerId="ADAL" clId="{2B9251C4-42DF-4463-8314-2F676DC961D9}" dt="2026-08-07T02:22:35.177" v="1882" actId="1076"/>
          <ac:picMkLst>
            <pc:docMk/>
            <pc:sldMk cId="3370625124" sldId="280"/>
            <ac:picMk id="9" creationId="{6E4E5F55-7DBC-4AD8-3D01-1B104CF8E26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1" name="Google Shape;41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7" name="Google Shape;43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 name="Google Shape;458;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2" name="Google Shape;52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6" name="Google Shape;54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0" name="Google Shape;570;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2" name="Google Shape;592;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24"/>
          <p:cNvSpPr txBox="1">
            <a:spLocks noGrp="1"/>
          </p:cNvSpPr>
          <p:nvPr>
            <p:ph type="title"/>
          </p:nvPr>
        </p:nvSpPr>
        <p:spPr>
          <a:xfrm>
            <a:off x="415600" y="2867800"/>
            <a:ext cx="11360800" cy="1122400"/>
          </a:xfrm>
          <a:prstGeom prst="rect">
            <a:avLst/>
          </a:prstGeom>
          <a:noFill/>
          <a:ln>
            <a:noFill/>
          </a:ln>
        </p:spPr>
        <p:txBody>
          <a:bodyPr spcFirstLastPara="1" wrap="square" lIns="91425" tIns="91425" rIns="91425" bIns="91425" anchor="ctr" anchorCtr="0">
            <a:normAutofit/>
          </a:bodyPr>
          <a:lstStyle>
            <a:lvl1pPr lvl="0" algn="ctr">
              <a:lnSpc>
                <a:spcPct val="90000"/>
              </a:lnSpc>
              <a:spcBef>
                <a:spcPts val="0"/>
              </a:spcBef>
              <a:spcAft>
                <a:spcPts val="0"/>
              </a:spcAft>
              <a:buClr>
                <a:schemeClr val="dk1"/>
              </a:buClr>
              <a:buSzPts val="3600"/>
              <a:buFont typeface="Play"/>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23" name="Google Shape;23;p2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rgbClr val="757575"/>
              </a:buClr>
              <a:buSzPts val="1200"/>
              <a:buFont typeface="Arial"/>
              <a:buNone/>
              <a:defRPr sz="1200">
                <a:solidFill>
                  <a:srgbClr val="757575"/>
                </a:solidFill>
                <a:latin typeface="Arial"/>
                <a:ea typeface="Arial"/>
                <a:cs typeface="Arial"/>
                <a:sym typeface="Arial"/>
              </a:defRPr>
            </a:lvl1pPr>
            <a:lvl2pPr marL="0" lvl="1" indent="0" algn="r">
              <a:buClr>
                <a:srgbClr val="757575"/>
              </a:buClr>
              <a:buSzPts val="1200"/>
              <a:buFont typeface="Arial"/>
              <a:buNone/>
              <a:defRPr sz="1200">
                <a:solidFill>
                  <a:srgbClr val="757575"/>
                </a:solidFill>
                <a:latin typeface="Arial"/>
                <a:ea typeface="Arial"/>
                <a:cs typeface="Arial"/>
                <a:sym typeface="Arial"/>
              </a:defRPr>
            </a:lvl2pPr>
            <a:lvl3pPr marL="0" lvl="2" indent="0" algn="r">
              <a:buClr>
                <a:srgbClr val="757575"/>
              </a:buClr>
              <a:buSzPts val="1200"/>
              <a:buFont typeface="Arial"/>
              <a:buNone/>
              <a:defRPr sz="1200">
                <a:solidFill>
                  <a:srgbClr val="757575"/>
                </a:solidFill>
                <a:latin typeface="Arial"/>
                <a:ea typeface="Arial"/>
                <a:cs typeface="Arial"/>
                <a:sym typeface="Arial"/>
              </a:defRPr>
            </a:lvl3pPr>
            <a:lvl4pPr marL="0" lvl="3" indent="0" algn="r">
              <a:buClr>
                <a:srgbClr val="757575"/>
              </a:buClr>
              <a:buSzPts val="1200"/>
              <a:buFont typeface="Arial"/>
              <a:buNone/>
              <a:defRPr sz="1200">
                <a:solidFill>
                  <a:srgbClr val="757575"/>
                </a:solidFill>
                <a:latin typeface="Arial"/>
                <a:ea typeface="Arial"/>
                <a:cs typeface="Arial"/>
                <a:sym typeface="Arial"/>
              </a:defRPr>
            </a:lvl4pPr>
            <a:lvl5pPr marL="0" lvl="4" indent="0" algn="r">
              <a:buClr>
                <a:srgbClr val="757575"/>
              </a:buClr>
              <a:buSzPts val="1200"/>
              <a:buFont typeface="Arial"/>
              <a:buNone/>
              <a:defRPr sz="1200">
                <a:solidFill>
                  <a:srgbClr val="757575"/>
                </a:solidFill>
                <a:latin typeface="Arial"/>
                <a:ea typeface="Arial"/>
                <a:cs typeface="Arial"/>
                <a:sym typeface="Arial"/>
              </a:defRPr>
            </a:lvl5pPr>
            <a:lvl6pPr marL="0" lvl="5" indent="0" algn="r">
              <a:buClr>
                <a:srgbClr val="757575"/>
              </a:buClr>
              <a:buSzPts val="1200"/>
              <a:buFont typeface="Arial"/>
              <a:buNone/>
              <a:defRPr sz="1200">
                <a:solidFill>
                  <a:srgbClr val="757575"/>
                </a:solidFill>
                <a:latin typeface="Arial"/>
                <a:ea typeface="Arial"/>
                <a:cs typeface="Arial"/>
                <a:sym typeface="Arial"/>
              </a:defRPr>
            </a:lvl6pPr>
            <a:lvl7pPr marL="0" lvl="6" indent="0" algn="r">
              <a:buClr>
                <a:srgbClr val="757575"/>
              </a:buClr>
              <a:buSzPts val="1200"/>
              <a:buFont typeface="Arial"/>
              <a:buNone/>
              <a:defRPr sz="1200">
                <a:solidFill>
                  <a:srgbClr val="757575"/>
                </a:solidFill>
                <a:latin typeface="Arial"/>
                <a:ea typeface="Arial"/>
                <a:cs typeface="Arial"/>
                <a:sym typeface="Arial"/>
              </a:defRPr>
            </a:lvl7pPr>
            <a:lvl8pPr marL="0" lvl="7" indent="0" algn="r">
              <a:buClr>
                <a:srgbClr val="757575"/>
              </a:buClr>
              <a:buSzPts val="1200"/>
              <a:buFont typeface="Arial"/>
              <a:buNone/>
              <a:defRPr sz="1200">
                <a:solidFill>
                  <a:srgbClr val="757575"/>
                </a:solidFill>
                <a:latin typeface="Arial"/>
                <a:ea typeface="Arial"/>
                <a:cs typeface="Arial"/>
                <a:sym typeface="Arial"/>
              </a:defRPr>
            </a:lvl8pPr>
            <a:lvl9pPr marL="0" lvl="8" indent="0" algn="r">
              <a:buClr>
                <a:srgbClr val="757575"/>
              </a:buClr>
              <a:buSzPts val="1200"/>
              <a:buFont typeface="Arial"/>
              <a:buNone/>
              <a:defRPr sz="12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3" name="Google Shape;3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2"/>
          <p:cNvSpPr>
            <a:spLocks noGrp="1"/>
          </p:cNvSpPr>
          <p:nvPr>
            <p:ph type="pic" idx="2"/>
          </p:nvPr>
        </p:nvSpPr>
        <p:spPr>
          <a:xfrm>
            <a:off x="5183188" y="987425"/>
            <a:ext cx="6172200" cy="4873625"/>
          </a:xfrm>
          <a:prstGeom prst="rect">
            <a:avLst/>
          </a:prstGeom>
          <a:noFill/>
          <a:ln>
            <a:noFill/>
          </a:ln>
        </p:spPr>
      </p:sp>
      <p:sp>
        <p:nvSpPr>
          <p:cNvPr id="71" name="Google Shape;71;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google.com/search?q=solarpunk&amp;sxsrf=AJOqlzVAPReoXZqPh2pRHUbjHpdi4tNOWw:1673615754763&amp;source=lnms&amp;tbm=isch&amp;sa=X&amp;ved=2ahUKEwiFiLbE0MT8AhULUsAKHXmRAnEQ_AUoAXoECAEQAw&amp;biw=1536&amp;bih=816&amp;dpr=1.25"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playlist?list=PL1DUvVc8fdmVrXg6fvOFYhTDo2hcCdF20"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EF611-733C-1E14-FE05-9B0B1D48DB4B}"/>
              </a:ext>
            </a:extLst>
          </p:cNvPr>
          <p:cNvSpPr>
            <a:spLocks noGrp="1"/>
          </p:cNvSpPr>
          <p:nvPr>
            <p:ph type="ctrTitle"/>
          </p:nvPr>
        </p:nvSpPr>
        <p:spPr/>
        <p:txBody>
          <a:bodyPr/>
          <a:lstStyle/>
          <a:p>
            <a:r>
              <a:rPr lang="en-US"/>
              <a:t>STEM Portfolio 2026</a:t>
            </a:r>
            <a:endParaRPr lang="en-AU" dirty="0"/>
          </a:p>
        </p:txBody>
      </p:sp>
      <p:sp>
        <p:nvSpPr>
          <p:cNvPr id="3" name="Subtitle 2">
            <a:extLst>
              <a:ext uri="{FF2B5EF4-FFF2-40B4-BE49-F238E27FC236}">
                <a16:creationId xmlns:a16="http://schemas.microsoft.com/office/drawing/2014/main" id="{65EDD024-2F28-4975-8D21-EE9F3E046365}"/>
              </a:ext>
            </a:extLst>
          </p:cNvPr>
          <p:cNvSpPr>
            <a:spLocks noGrp="1"/>
          </p:cNvSpPr>
          <p:nvPr>
            <p:ph type="subTitle" idx="1"/>
          </p:nvPr>
        </p:nvSpPr>
        <p:spPr/>
        <p:txBody>
          <a:bodyPr/>
          <a:lstStyle/>
          <a:p>
            <a:r>
              <a:rPr lang="en-US"/>
              <a:t>Grace</a:t>
            </a:r>
          </a:p>
          <a:p>
            <a:endParaRPr lang="en-US"/>
          </a:p>
          <a:p>
            <a:r>
              <a:rPr lang="en-US"/>
              <a:t>(decorate this slide as you see fit)</a:t>
            </a:r>
            <a:endParaRPr lang="en-AU" dirty="0"/>
          </a:p>
        </p:txBody>
      </p:sp>
      <p:pic>
        <p:nvPicPr>
          <p:cNvPr id="5" name="Picture 4">
            <a:extLst>
              <a:ext uri="{FF2B5EF4-FFF2-40B4-BE49-F238E27FC236}">
                <a16:creationId xmlns:a16="http://schemas.microsoft.com/office/drawing/2014/main" id="{135F34A6-9D5C-046D-E1C9-E27BDEC9D860}"/>
              </a:ext>
            </a:extLst>
          </p:cNvPr>
          <p:cNvPicPr>
            <a:picLocks noChangeAspect="1"/>
          </p:cNvPicPr>
          <p:nvPr/>
        </p:nvPicPr>
        <p:blipFill>
          <a:blip r:embed="rId2"/>
          <a:stretch>
            <a:fillRect/>
          </a:stretch>
        </p:blipFill>
        <p:spPr>
          <a:xfrm>
            <a:off x="3843124" y="153965"/>
            <a:ext cx="4505752" cy="2512553"/>
          </a:xfrm>
          <a:prstGeom prst="rect">
            <a:avLst/>
          </a:prstGeom>
        </p:spPr>
      </p:pic>
    </p:spTree>
    <p:extLst>
      <p:ext uri="{BB962C8B-B14F-4D97-AF65-F5344CB8AC3E}">
        <p14:creationId xmlns:p14="http://schemas.microsoft.com/office/powerpoint/2010/main" val="497814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p:nvPr/>
        </p:nvSpPr>
        <p:spPr>
          <a:xfrm>
            <a:off x="200" y="-133"/>
            <a:ext cx="5363123" cy="1143200"/>
          </a:xfrm>
          <a:prstGeom prst="rect">
            <a:avLst/>
          </a:prstGeom>
          <a:solidFill>
            <a:srgbClr val="2B903B"/>
          </a:solid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GB" sz="4000" b="1" i="0" u="none" strike="noStrike" cap="none">
                <a:solidFill>
                  <a:schemeClr val="lt1"/>
                </a:solidFill>
                <a:latin typeface="Arial"/>
                <a:ea typeface="Arial"/>
                <a:cs typeface="Arial"/>
                <a:sym typeface="Arial"/>
              </a:rPr>
              <a:t>Our Town 2050</a:t>
            </a:r>
            <a:endParaRPr/>
          </a:p>
        </p:txBody>
      </p:sp>
      <p:sp>
        <p:nvSpPr>
          <p:cNvPr id="92" name="Google Shape;92;p1"/>
          <p:cNvSpPr/>
          <p:nvPr/>
        </p:nvSpPr>
        <p:spPr>
          <a:xfrm>
            <a:off x="200" y="1142900"/>
            <a:ext cx="5353923" cy="11432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3" name="Google Shape;93;p1"/>
          <p:cNvSpPr/>
          <p:nvPr/>
        </p:nvSpPr>
        <p:spPr>
          <a:xfrm>
            <a:off x="-2600" y="3429000"/>
            <a:ext cx="5350363" cy="1143200"/>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4" name="Google Shape;94;p1"/>
          <p:cNvSpPr/>
          <p:nvPr/>
        </p:nvSpPr>
        <p:spPr>
          <a:xfrm>
            <a:off x="-2600" y="2285975"/>
            <a:ext cx="5350500" cy="11433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5" name="Google Shape;95;p1"/>
          <p:cNvSpPr/>
          <p:nvPr/>
        </p:nvSpPr>
        <p:spPr>
          <a:xfrm>
            <a:off x="-1" y="4572067"/>
            <a:ext cx="5354123" cy="1143200"/>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6" name="Google Shape;96;p1"/>
          <p:cNvSpPr/>
          <p:nvPr/>
        </p:nvSpPr>
        <p:spPr>
          <a:xfrm>
            <a:off x="-1" y="5715100"/>
            <a:ext cx="5363323" cy="11432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7" name="Google Shape;97;p1"/>
          <p:cNvSpPr txBox="1"/>
          <p:nvPr/>
        </p:nvSpPr>
        <p:spPr>
          <a:xfrm>
            <a:off x="-9000" y="1348651"/>
            <a:ext cx="5350363"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Investigating and Defining</a:t>
            </a:r>
            <a:endParaRPr sz="2400">
              <a:solidFill>
                <a:schemeClr val="lt1"/>
              </a:solidFill>
              <a:latin typeface="Arial"/>
              <a:ea typeface="Arial"/>
              <a:cs typeface="Arial"/>
              <a:sym typeface="Arial"/>
            </a:endParaRPr>
          </a:p>
        </p:txBody>
      </p:sp>
      <p:sp>
        <p:nvSpPr>
          <p:cNvPr id="98" name="Google Shape;98;p1"/>
          <p:cNvSpPr txBox="1"/>
          <p:nvPr/>
        </p:nvSpPr>
        <p:spPr>
          <a:xfrm>
            <a:off x="20800" y="2549751"/>
            <a:ext cx="5313200"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Generating and Designing</a:t>
            </a:r>
            <a:endParaRPr sz="2400">
              <a:solidFill>
                <a:schemeClr val="lt1"/>
              </a:solidFill>
              <a:latin typeface="Arial"/>
              <a:ea typeface="Arial"/>
              <a:cs typeface="Arial"/>
              <a:sym typeface="Arial"/>
            </a:endParaRPr>
          </a:p>
        </p:txBody>
      </p:sp>
      <p:sp>
        <p:nvSpPr>
          <p:cNvPr id="99" name="Google Shape;99;p1"/>
          <p:cNvSpPr txBox="1"/>
          <p:nvPr/>
        </p:nvSpPr>
        <p:spPr>
          <a:xfrm>
            <a:off x="-11399" y="3692817"/>
            <a:ext cx="5303927"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Producing and Implementing</a:t>
            </a:r>
            <a:endParaRPr sz="2400">
              <a:solidFill>
                <a:schemeClr val="lt1"/>
              </a:solidFill>
              <a:latin typeface="Arial"/>
              <a:ea typeface="Arial"/>
              <a:cs typeface="Arial"/>
              <a:sym typeface="Arial"/>
            </a:endParaRPr>
          </a:p>
        </p:txBody>
      </p:sp>
      <p:sp>
        <p:nvSpPr>
          <p:cNvPr id="100" name="Google Shape;100;p1"/>
          <p:cNvSpPr txBox="1"/>
          <p:nvPr/>
        </p:nvSpPr>
        <p:spPr>
          <a:xfrm>
            <a:off x="-20600" y="4835851"/>
            <a:ext cx="5350363"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Evaluating</a:t>
            </a:r>
            <a:endParaRPr sz="2400">
              <a:solidFill>
                <a:schemeClr val="lt1"/>
              </a:solidFill>
              <a:latin typeface="Arial"/>
              <a:ea typeface="Arial"/>
              <a:cs typeface="Arial"/>
              <a:sym typeface="Arial"/>
            </a:endParaRPr>
          </a:p>
        </p:txBody>
      </p:sp>
      <p:sp>
        <p:nvSpPr>
          <p:cNvPr id="101" name="Google Shape;101;p1"/>
          <p:cNvSpPr txBox="1"/>
          <p:nvPr/>
        </p:nvSpPr>
        <p:spPr>
          <a:xfrm>
            <a:off x="20800" y="5963367"/>
            <a:ext cx="5313200"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Planning and Managing</a:t>
            </a:r>
            <a:endParaRPr sz="2400">
              <a:solidFill>
                <a:schemeClr val="lt1"/>
              </a:solidFill>
              <a:latin typeface="Arial"/>
              <a:ea typeface="Arial"/>
              <a:cs typeface="Arial"/>
              <a:sym typeface="Arial"/>
            </a:endParaRPr>
          </a:p>
        </p:txBody>
      </p:sp>
      <p:pic>
        <p:nvPicPr>
          <p:cNvPr id="103" name="Google Shape;103;p1"/>
          <p:cNvPicPr preferRelativeResize="0"/>
          <p:nvPr/>
        </p:nvPicPr>
        <p:blipFill rotWithShape="1">
          <a:blip r:embed="rId3">
            <a:alphaModFix/>
          </a:blip>
          <a:srcRect/>
          <a:stretch/>
        </p:blipFill>
        <p:spPr>
          <a:xfrm>
            <a:off x="5334000" y="0"/>
            <a:ext cx="6858000"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2"/>
          <p:cNvPicPr preferRelativeResize="0"/>
          <p:nvPr/>
        </p:nvPicPr>
        <p:blipFill rotWithShape="1">
          <a:blip r:embed="rId3">
            <a:alphaModFix amt="35000"/>
          </a:blip>
          <a:srcRect/>
          <a:stretch/>
        </p:blipFill>
        <p:spPr>
          <a:xfrm>
            <a:off x="190500" y="0"/>
            <a:ext cx="12001500" cy="6858000"/>
          </a:xfrm>
          <a:prstGeom prst="rect">
            <a:avLst/>
          </a:prstGeom>
          <a:noFill/>
          <a:ln>
            <a:noFill/>
          </a:ln>
        </p:spPr>
      </p:pic>
      <p:sp>
        <p:nvSpPr>
          <p:cNvPr id="112" name="Google Shape;112;p2"/>
          <p:cNvSpPr/>
          <p:nvPr/>
        </p:nvSpPr>
        <p:spPr>
          <a:xfrm>
            <a:off x="1002132" y="538529"/>
            <a:ext cx="10673131" cy="2557993"/>
          </a:xfrm>
          <a:prstGeom prst="roundRect">
            <a:avLst>
              <a:gd name="adj" fmla="val 16667"/>
            </a:avLst>
          </a:prstGeom>
          <a:solidFill>
            <a:srgbClr val="7F4C9C">
              <a:alpha val="73725"/>
            </a:srgbClr>
          </a:solid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13" name="Google Shape;113;p2"/>
          <p:cNvSpPr txBox="1"/>
          <p:nvPr/>
        </p:nvSpPr>
        <p:spPr>
          <a:xfrm>
            <a:off x="1374842" y="819030"/>
            <a:ext cx="9927600" cy="1939500"/>
          </a:xfrm>
          <a:prstGeom prst="rect">
            <a:avLst/>
          </a:prstGeom>
          <a:noFill/>
          <a:ln>
            <a:noFill/>
          </a:ln>
        </p:spPr>
        <p:txBody>
          <a:bodyPr spcFirstLastPara="1" wrap="square" lIns="121900" tIns="121900" rIns="121900" bIns="121900" anchor="t" anchorCtr="0">
            <a:spAutoFit/>
          </a:bodyPr>
          <a:lstStyle/>
          <a:p>
            <a:pPr marL="0" marR="0" lvl="0" indent="0" algn="ctr" rtl="0">
              <a:lnSpc>
                <a:spcPct val="150000"/>
              </a:lnSpc>
              <a:spcBef>
                <a:spcPts val="0"/>
              </a:spcBef>
              <a:spcAft>
                <a:spcPts val="0"/>
              </a:spcAft>
              <a:buNone/>
            </a:pPr>
            <a:r>
              <a:rPr lang="en-GB" sz="4400" b="1">
                <a:solidFill>
                  <a:schemeClr val="lt1"/>
                </a:solidFill>
                <a:latin typeface="Roboto"/>
                <a:ea typeface="Roboto"/>
                <a:cs typeface="Roboto"/>
                <a:sym typeface="Roboto"/>
              </a:rPr>
              <a:t>How can you redesign elements of your town to ensure it thrives in 2050?</a:t>
            </a:r>
            <a:endParaRPr sz="4400" b="1">
              <a:solidFill>
                <a:schemeClr val="lt1"/>
              </a:solidFill>
              <a:latin typeface="Arial"/>
              <a:ea typeface="Arial"/>
              <a:cs typeface="Arial"/>
              <a:sym typeface="Arial"/>
            </a:endParaRPr>
          </a:p>
        </p:txBody>
      </p:sp>
      <p:grpSp>
        <p:nvGrpSpPr>
          <p:cNvPr id="114" name="Google Shape;114;p2"/>
          <p:cNvGrpSpPr/>
          <p:nvPr/>
        </p:nvGrpSpPr>
        <p:grpSpPr>
          <a:xfrm>
            <a:off x="-83523" y="0"/>
            <a:ext cx="493925" cy="6858300"/>
            <a:chOff x="-83523" y="0"/>
            <a:chExt cx="493925" cy="6858300"/>
          </a:xfrm>
        </p:grpSpPr>
        <p:sp>
          <p:nvSpPr>
            <p:cNvPr id="115" name="Google Shape;115;p2"/>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6" name="Google Shape;116;p2"/>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7" name="Google Shape;117;p2"/>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8" name="Google Shape;118;p2"/>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9" name="Google Shape;119;p2"/>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0" name="Google Shape;120;p2"/>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21" name="Google Shape;121;p2"/>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22" name="Google Shape;122;p2"/>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23" name="Google Shape;123;p2"/>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24" name="Google Shape;124;p2"/>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125" name="Google Shape;125;p2"/>
          <p:cNvSpPr txBox="1"/>
          <p:nvPr/>
        </p:nvSpPr>
        <p:spPr>
          <a:xfrm>
            <a:off x="657503" y="3416093"/>
            <a:ext cx="11260800" cy="656614"/>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667">
                <a:solidFill>
                  <a:schemeClr val="dk1"/>
                </a:solidFill>
                <a:latin typeface="Arial"/>
                <a:ea typeface="Arial"/>
                <a:cs typeface="Arial"/>
                <a:sym typeface="Arial"/>
              </a:rPr>
              <a:t>You will all be using the design process in this learning experience.</a:t>
            </a:r>
            <a:endParaRPr sz="2933">
              <a:solidFill>
                <a:schemeClr val="dk1"/>
              </a:solidFill>
              <a:latin typeface="Arial"/>
              <a:ea typeface="Arial"/>
              <a:cs typeface="Arial"/>
              <a:sym typeface="Arial"/>
            </a:endParaRPr>
          </a:p>
        </p:txBody>
      </p:sp>
      <p:grpSp>
        <p:nvGrpSpPr>
          <p:cNvPr id="126" name="Google Shape;126;p2"/>
          <p:cNvGrpSpPr/>
          <p:nvPr/>
        </p:nvGrpSpPr>
        <p:grpSpPr>
          <a:xfrm>
            <a:off x="1324039" y="4045533"/>
            <a:ext cx="10645000" cy="2437682"/>
            <a:chOff x="1519912" y="3251317"/>
            <a:chExt cx="6499133" cy="1488287"/>
          </a:xfrm>
        </p:grpSpPr>
        <p:sp>
          <p:nvSpPr>
            <p:cNvPr id="127" name="Google Shape;127;p2"/>
            <p:cNvSpPr/>
            <p:nvPr/>
          </p:nvSpPr>
          <p:spPr>
            <a:xfrm>
              <a:off x="1519912" y="3510954"/>
              <a:ext cx="1152600" cy="1152300"/>
            </a:xfrm>
            <a:prstGeom prst="rect">
              <a:avLst/>
            </a:prstGeom>
            <a:noFill/>
            <a:ln w="38100" cap="flat" cmpd="sng">
              <a:solidFill>
                <a:srgbClr val="38761D"/>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Design Challenge</a:t>
              </a:r>
              <a:endParaRPr sz="1467" b="1">
                <a:solidFill>
                  <a:schemeClr val="dk1"/>
                </a:solidFill>
                <a:latin typeface="Arial"/>
                <a:ea typeface="Arial"/>
                <a:cs typeface="Arial"/>
                <a:sym typeface="Arial"/>
              </a:endParaRPr>
            </a:p>
          </p:txBody>
        </p:sp>
        <p:sp>
          <p:nvSpPr>
            <p:cNvPr id="128" name="Google Shape;128;p2"/>
            <p:cNvSpPr/>
            <p:nvPr/>
          </p:nvSpPr>
          <p:spPr>
            <a:xfrm>
              <a:off x="2680750" y="3457404"/>
              <a:ext cx="1282200" cy="1282200"/>
            </a:xfrm>
            <a:prstGeom prst="diamond">
              <a:avLst/>
            </a:prstGeom>
            <a:noFill/>
            <a:ln w="38100" cap="flat" cmpd="sng">
              <a:solidFill>
                <a:srgbClr val="6AA84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29" name="Google Shape;129;p2"/>
            <p:cNvSpPr/>
            <p:nvPr/>
          </p:nvSpPr>
          <p:spPr>
            <a:xfrm>
              <a:off x="3962683" y="3457404"/>
              <a:ext cx="1282200" cy="1282200"/>
            </a:xfrm>
            <a:prstGeom prst="diamond">
              <a:avLst/>
            </a:prstGeom>
            <a:noFill/>
            <a:ln w="38100"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0" name="Google Shape;130;p2"/>
            <p:cNvSpPr/>
            <p:nvPr/>
          </p:nvSpPr>
          <p:spPr>
            <a:xfrm>
              <a:off x="5244617" y="3457404"/>
              <a:ext cx="1282200" cy="1282200"/>
            </a:xfrm>
            <a:prstGeom prst="diamond">
              <a:avLst/>
            </a:prstGeom>
            <a:noFill/>
            <a:ln w="38100" cap="flat" cmpd="sng">
              <a:solidFill>
                <a:srgbClr val="1155CC"/>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1" name="Google Shape;131;p2"/>
            <p:cNvSpPr/>
            <p:nvPr/>
          </p:nvSpPr>
          <p:spPr>
            <a:xfrm>
              <a:off x="6526550" y="3457404"/>
              <a:ext cx="1282200" cy="1282200"/>
            </a:xfrm>
            <a:prstGeom prst="diamond">
              <a:avLst/>
            </a:prstGeom>
            <a:noFill/>
            <a:ln w="38100" cap="flat" cmpd="sng">
              <a:solidFill>
                <a:srgbClr val="A64D79"/>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2" name="Google Shape;132;p2"/>
            <p:cNvSpPr txBox="1"/>
            <p:nvPr/>
          </p:nvSpPr>
          <p:spPr>
            <a:xfrm rot="-2701619">
              <a:off x="2466940" y="3529520"/>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Discover</a:t>
              </a:r>
              <a:endParaRPr sz="1333">
                <a:solidFill>
                  <a:schemeClr val="dk1"/>
                </a:solidFill>
                <a:latin typeface="Arial"/>
                <a:ea typeface="Arial"/>
                <a:cs typeface="Arial"/>
                <a:sym typeface="Arial"/>
              </a:endParaRPr>
            </a:p>
          </p:txBody>
        </p:sp>
        <p:sp>
          <p:nvSpPr>
            <p:cNvPr id="133" name="Google Shape;133;p2"/>
            <p:cNvSpPr txBox="1"/>
            <p:nvPr/>
          </p:nvSpPr>
          <p:spPr>
            <a:xfrm rot="-2701619">
              <a:off x="3714715" y="3545871"/>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Ideate</a:t>
              </a:r>
              <a:endParaRPr sz="1333">
                <a:solidFill>
                  <a:schemeClr val="dk1"/>
                </a:solidFill>
                <a:latin typeface="Arial"/>
                <a:ea typeface="Arial"/>
                <a:cs typeface="Arial"/>
                <a:sym typeface="Arial"/>
              </a:endParaRPr>
            </a:p>
          </p:txBody>
        </p:sp>
        <p:sp>
          <p:nvSpPr>
            <p:cNvPr id="134" name="Google Shape;134;p2"/>
            <p:cNvSpPr txBox="1"/>
            <p:nvPr/>
          </p:nvSpPr>
          <p:spPr>
            <a:xfrm rot="-2701619">
              <a:off x="4979528" y="3545871"/>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Develop</a:t>
              </a:r>
              <a:endParaRPr sz="1333">
                <a:solidFill>
                  <a:schemeClr val="dk1"/>
                </a:solidFill>
                <a:latin typeface="Arial"/>
                <a:ea typeface="Arial"/>
                <a:cs typeface="Arial"/>
                <a:sym typeface="Arial"/>
              </a:endParaRPr>
            </a:p>
          </p:txBody>
        </p:sp>
        <p:sp>
          <p:nvSpPr>
            <p:cNvPr id="135" name="Google Shape;135;p2"/>
            <p:cNvSpPr txBox="1"/>
            <p:nvPr/>
          </p:nvSpPr>
          <p:spPr>
            <a:xfrm rot="-2701619">
              <a:off x="6282465" y="3545871"/>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Showcase</a:t>
              </a:r>
              <a:endParaRPr sz="1333">
                <a:solidFill>
                  <a:schemeClr val="dk1"/>
                </a:solidFill>
                <a:latin typeface="Arial"/>
                <a:ea typeface="Arial"/>
                <a:cs typeface="Arial"/>
                <a:sym typeface="Arial"/>
              </a:endParaRPr>
            </a:p>
          </p:txBody>
        </p:sp>
        <p:sp>
          <p:nvSpPr>
            <p:cNvPr id="136" name="Google Shape;136;p2"/>
            <p:cNvSpPr txBox="1"/>
            <p:nvPr/>
          </p:nvSpPr>
          <p:spPr>
            <a:xfrm rot="2698372">
              <a:off x="3286514" y="3529511"/>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Define</a:t>
              </a:r>
              <a:endParaRPr sz="1333">
                <a:solidFill>
                  <a:schemeClr val="dk1"/>
                </a:solidFill>
                <a:latin typeface="Arial"/>
                <a:ea typeface="Arial"/>
                <a:cs typeface="Arial"/>
                <a:sym typeface="Arial"/>
              </a:endParaRPr>
            </a:p>
          </p:txBody>
        </p:sp>
        <p:sp>
          <p:nvSpPr>
            <p:cNvPr id="137" name="Google Shape;137;p2"/>
            <p:cNvSpPr txBox="1"/>
            <p:nvPr/>
          </p:nvSpPr>
          <p:spPr>
            <a:xfrm rot="2698372">
              <a:off x="4570164" y="3545862"/>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Refine</a:t>
              </a:r>
              <a:endParaRPr sz="1333">
                <a:solidFill>
                  <a:schemeClr val="dk1"/>
                </a:solidFill>
                <a:latin typeface="Arial"/>
                <a:ea typeface="Arial"/>
                <a:cs typeface="Arial"/>
                <a:sym typeface="Arial"/>
              </a:endParaRPr>
            </a:p>
          </p:txBody>
        </p:sp>
        <p:sp>
          <p:nvSpPr>
            <p:cNvPr id="138" name="Google Shape;138;p2"/>
            <p:cNvSpPr txBox="1"/>
            <p:nvPr/>
          </p:nvSpPr>
          <p:spPr>
            <a:xfrm rot="2698372">
              <a:off x="5853814" y="3545862"/>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Deliver</a:t>
              </a:r>
              <a:endParaRPr sz="1333">
                <a:solidFill>
                  <a:schemeClr val="dk1"/>
                </a:solidFill>
                <a:latin typeface="Arial"/>
                <a:ea typeface="Arial"/>
                <a:cs typeface="Arial"/>
                <a:sym typeface="Arial"/>
              </a:endParaRPr>
            </a:p>
          </p:txBody>
        </p:sp>
        <p:sp>
          <p:nvSpPr>
            <p:cNvPr id="139" name="Google Shape;139;p2"/>
            <p:cNvSpPr txBox="1"/>
            <p:nvPr/>
          </p:nvSpPr>
          <p:spPr>
            <a:xfrm rot="2698372">
              <a:off x="7157064" y="3545862"/>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Discuss</a:t>
              </a:r>
              <a:endParaRPr sz="1333">
                <a:solidFill>
                  <a:schemeClr val="dk1"/>
                </a:solidFill>
                <a:latin typeface="Arial"/>
                <a:ea typeface="Arial"/>
                <a:cs typeface="Arial"/>
                <a:sym typeface="Arial"/>
              </a:endParaRPr>
            </a:p>
          </p:txBody>
        </p:sp>
        <p:sp>
          <p:nvSpPr>
            <p:cNvPr id="140" name="Google Shape;140;p2"/>
            <p:cNvSpPr txBox="1"/>
            <p:nvPr/>
          </p:nvSpPr>
          <p:spPr>
            <a:xfrm>
              <a:off x="2697862" y="3894705"/>
              <a:ext cx="1265100" cy="425979"/>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Investigating &amp; Defining</a:t>
              </a:r>
              <a:endParaRPr/>
            </a:p>
          </p:txBody>
        </p:sp>
        <p:sp>
          <p:nvSpPr>
            <p:cNvPr id="141" name="Google Shape;141;p2"/>
            <p:cNvSpPr txBox="1"/>
            <p:nvPr/>
          </p:nvSpPr>
          <p:spPr>
            <a:xfrm>
              <a:off x="3977650" y="3906105"/>
              <a:ext cx="1265100" cy="425979"/>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Generating &amp; Designing</a:t>
              </a:r>
              <a:endParaRPr/>
            </a:p>
          </p:txBody>
        </p:sp>
        <p:sp>
          <p:nvSpPr>
            <p:cNvPr id="142" name="Google Shape;142;p2"/>
            <p:cNvSpPr txBox="1"/>
            <p:nvPr/>
          </p:nvSpPr>
          <p:spPr>
            <a:xfrm>
              <a:off x="5253150" y="3890607"/>
              <a:ext cx="1265100" cy="425979"/>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Producing &amp; Implementing</a:t>
              </a:r>
              <a:endParaRPr/>
            </a:p>
          </p:txBody>
        </p:sp>
        <p:sp>
          <p:nvSpPr>
            <p:cNvPr id="143" name="Google Shape;143;p2"/>
            <p:cNvSpPr txBox="1"/>
            <p:nvPr/>
          </p:nvSpPr>
          <p:spPr>
            <a:xfrm>
              <a:off x="6530800" y="3941199"/>
              <a:ext cx="1265100" cy="288140"/>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Evaluating</a:t>
              </a:r>
              <a:endParaRPr/>
            </a:p>
          </p:txBody>
        </p:sp>
      </p:grpSp>
      <p:sp>
        <p:nvSpPr>
          <p:cNvPr id="144" name="Google Shape;144;p2" descr="A breathtaking futuristic cityscape designed with solarpunk principles. The city is vibrant, lush, and eco-friendly, featuring towering skyscrapers covered in greenery and vertical gardens. Solar panels are integrated seamlessly into the architecture, and wind turbines are elegantly incorporated into the design. Walkways are adorned with flowering plants and trees, and citizens move around on bicycles and electric vehicles. The streets are clean and lined with smart urban furniture, while clear, blue skies indicate clean air. The scene is illuminated by soft, eco-friendly lighting, creating a utopian, harmonious atmosphere."/>
          <p:cNvSpPr/>
          <p:nvPr/>
        </p:nvSpPr>
        <p:spPr>
          <a:xfrm>
            <a:off x="5892800" y="3225800"/>
            <a:ext cx="406400" cy="406400"/>
          </a:xfrm>
          <a:prstGeom prst="rect">
            <a:avLst/>
          </a:prstGeom>
          <a:noFill/>
          <a:ln>
            <a:noFill/>
          </a:ln>
        </p:spPr>
        <p:txBody>
          <a:bodyPr spcFirstLastPara="1" wrap="square" lIns="121900" tIns="60950" rIns="121900" bIns="6095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3"/>
          <p:cNvPicPr preferRelativeResize="0"/>
          <p:nvPr/>
        </p:nvPicPr>
        <p:blipFill rotWithShape="1">
          <a:blip r:embed="rId3">
            <a:alphaModFix amt="35000"/>
          </a:blip>
          <a:srcRect/>
          <a:stretch/>
        </p:blipFill>
        <p:spPr>
          <a:xfrm>
            <a:off x="190500" y="0"/>
            <a:ext cx="12001500" cy="6858000"/>
          </a:xfrm>
          <a:prstGeom prst="rect">
            <a:avLst/>
          </a:prstGeom>
          <a:noFill/>
          <a:ln>
            <a:noFill/>
          </a:ln>
        </p:spPr>
      </p:pic>
      <p:sp>
        <p:nvSpPr>
          <p:cNvPr id="150" name="Google Shape;150;p3"/>
          <p:cNvSpPr txBox="1"/>
          <p:nvPr/>
        </p:nvSpPr>
        <p:spPr>
          <a:xfrm>
            <a:off x="1256539" y="365070"/>
            <a:ext cx="9931208" cy="553957"/>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b="1">
                <a:solidFill>
                  <a:schemeClr val="dk1"/>
                </a:solidFill>
                <a:latin typeface="Arial"/>
                <a:ea typeface="Arial"/>
                <a:cs typeface="Arial"/>
                <a:sym typeface="Arial"/>
              </a:rPr>
              <a:t>Suggested Timeline of Student-Centered Activities</a:t>
            </a:r>
            <a:endParaRPr sz="2000" b="1">
              <a:solidFill>
                <a:schemeClr val="dk1"/>
              </a:solidFill>
              <a:latin typeface="Arial"/>
              <a:ea typeface="Arial"/>
              <a:cs typeface="Arial"/>
              <a:sym typeface="Arial"/>
            </a:endParaRPr>
          </a:p>
        </p:txBody>
      </p:sp>
      <p:graphicFrame>
        <p:nvGraphicFramePr>
          <p:cNvPr id="151" name="Google Shape;151;p3"/>
          <p:cNvGraphicFramePr/>
          <p:nvPr/>
        </p:nvGraphicFramePr>
        <p:xfrm>
          <a:off x="1256539" y="965575"/>
          <a:ext cx="9931200" cy="5443330"/>
        </p:xfrm>
        <a:graphic>
          <a:graphicData uri="http://schemas.openxmlformats.org/drawingml/2006/table">
            <a:tbl>
              <a:tblPr>
                <a:noFill/>
                <a:tableStyleId>{E5B5EC9E-9983-4339-AEF5-35140938B591}</a:tableStyleId>
              </a:tblPr>
              <a:tblGrid>
                <a:gridCol w="2284325">
                  <a:extLst>
                    <a:ext uri="{9D8B030D-6E8A-4147-A177-3AD203B41FA5}">
                      <a16:colId xmlns:a16="http://schemas.microsoft.com/office/drawing/2014/main" val="20000"/>
                    </a:ext>
                  </a:extLst>
                </a:gridCol>
                <a:gridCol w="3550600">
                  <a:extLst>
                    <a:ext uri="{9D8B030D-6E8A-4147-A177-3AD203B41FA5}">
                      <a16:colId xmlns:a16="http://schemas.microsoft.com/office/drawing/2014/main" val="20001"/>
                    </a:ext>
                  </a:extLst>
                </a:gridCol>
                <a:gridCol w="4096275">
                  <a:extLst>
                    <a:ext uri="{9D8B030D-6E8A-4147-A177-3AD203B41FA5}">
                      <a16:colId xmlns:a16="http://schemas.microsoft.com/office/drawing/2014/main" val="20002"/>
                    </a:ext>
                  </a:extLst>
                </a:gridCol>
              </a:tblGrid>
              <a:tr h="379675">
                <a:tc>
                  <a:txBody>
                    <a:bodyPr/>
                    <a:lstStyle/>
                    <a:p>
                      <a:pPr marL="0" marR="0" lvl="0" indent="0" algn="ctr" rtl="0">
                        <a:lnSpc>
                          <a:spcPct val="107000"/>
                        </a:lnSpc>
                        <a:spcBef>
                          <a:spcPts val="0"/>
                        </a:spcBef>
                        <a:spcAft>
                          <a:spcPts val="0"/>
                        </a:spcAft>
                        <a:buNone/>
                      </a:pPr>
                      <a:r>
                        <a:rPr lang="en-GB" sz="1600" b="1" u="none" strike="noStrike" cap="none">
                          <a:latin typeface="Arial"/>
                          <a:ea typeface="Arial"/>
                          <a:cs typeface="Arial"/>
                          <a:sym typeface="Arial"/>
                        </a:rPr>
                        <a:t>Session</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latin typeface="Arial"/>
                          <a:ea typeface="Arial"/>
                          <a:cs typeface="Arial"/>
                          <a:sym typeface="Arial"/>
                        </a:rPr>
                        <a:t>Stage</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latin typeface="Arial"/>
                          <a:ea typeface="Arial"/>
                          <a:cs typeface="Arial"/>
                          <a:sym typeface="Arial"/>
                        </a:rPr>
                        <a:t>Activity</a:t>
                      </a:r>
                      <a:endParaRPr/>
                    </a:p>
                  </a:txBody>
                  <a:tcPr marL="91450" marR="91450" marT="0"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0"/>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Explore Solarpunk &amp; Annotate Image</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1"/>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Future Challenges Reflection</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2"/>
                  </a:ext>
                </a:extLst>
              </a:tr>
              <a:tr h="39192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2</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Mind Map of Key Issues</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3"/>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2</a:t>
                      </a:r>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Sustainability Analysis (3 Pillars)</a:t>
                      </a:r>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4"/>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3</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Visual Research of Structures</a:t>
                      </a:r>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5"/>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4</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Design Brief (Starburst Template)</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6"/>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4</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Evaluation Criteria</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7"/>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5</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Generating &amp; Designing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Morphological Matrix &amp; Idea Generation</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8"/>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5</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Generating &amp; Designing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Sketches &amp; Concept Features</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9"/>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6 - 8</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Producing &amp; Implementing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Final Design (CAD or Sketch)</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0"/>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9</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Clr>
                          <a:schemeClr val="dk1"/>
                        </a:buClr>
                        <a:buSzPts val="1600"/>
                        <a:buFont typeface="Arial"/>
                        <a:buNone/>
                      </a:pPr>
                      <a:r>
                        <a:rPr lang="en-GB" sz="1600" b="1" u="none" strike="noStrike" cap="none">
                          <a:solidFill>
                            <a:schemeClr val="dk1"/>
                          </a:solidFill>
                        </a:rPr>
                        <a:t>Planning and Managing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Production Planning</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1"/>
                  </a:ext>
                </a:extLst>
              </a:tr>
              <a:tr h="245450">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10-14</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Producing &amp; Implementing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0000"/>
                        </a:lnSpc>
                        <a:spcBef>
                          <a:spcPts val="0"/>
                        </a:spcBef>
                        <a:spcAft>
                          <a:spcPts val="0"/>
                        </a:spcAft>
                        <a:buClr>
                          <a:schemeClr val="dk1"/>
                        </a:buClr>
                        <a:buSzPts val="1600"/>
                        <a:buFont typeface="Arial"/>
                        <a:buNone/>
                      </a:pPr>
                      <a:r>
                        <a:rPr lang="en-GB" sz="1600" b="1" u="none" strike="noStrike" cap="none">
                          <a:solidFill>
                            <a:schemeClr val="dk1"/>
                          </a:solidFill>
                        </a:rPr>
                        <a:t>Model Making</a:t>
                      </a:r>
                      <a:endParaRPr/>
                    </a:p>
                    <a:p>
                      <a:pPr marL="0" marR="0" lvl="0" indent="0" algn="ctr" rtl="0">
                        <a:spcBef>
                          <a:spcPts val="0"/>
                        </a:spcBef>
                        <a:spcAft>
                          <a:spcPts val="0"/>
                        </a:spcAft>
                        <a:buNone/>
                      </a:pPr>
                      <a:endParaRPr sz="1600" b="1" i="0" u="none" strike="noStrike" cap="none">
                        <a:solidFill>
                          <a:schemeClr val="dk1"/>
                        </a:solidFill>
                        <a:latin typeface="Arial"/>
                        <a:ea typeface="Arial"/>
                        <a:cs typeface="Arial"/>
                        <a:sym typeface="Arial"/>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2"/>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15</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0000"/>
                        </a:lnSpc>
                        <a:spcBef>
                          <a:spcPts val="0"/>
                        </a:spcBef>
                        <a:spcAft>
                          <a:spcPts val="0"/>
                        </a:spcAft>
                        <a:buClr>
                          <a:schemeClr val="dk1"/>
                        </a:buClr>
                        <a:buSzPts val="1600"/>
                        <a:buFont typeface="Arial"/>
                        <a:buNone/>
                      </a:pPr>
                      <a:r>
                        <a:rPr lang="en-GB" sz="1600" b="1" u="none" strike="noStrike" cap="none">
                          <a:solidFill>
                            <a:schemeClr val="dk1"/>
                          </a:solidFill>
                        </a:rPr>
                        <a:t>Evaluating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Design Reflection &amp; Impact Evaluation</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3"/>
                  </a:ext>
                </a:extLst>
              </a:tr>
            </a:tbl>
          </a:graphicData>
        </a:graphic>
      </p:graphicFrame>
      <p:grpSp>
        <p:nvGrpSpPr>
          <p:cNvPr id="152" name="Google Shape;152;p3"/>
          <p:cNvGrpSpPr/>
          <p:nvPr/>
        </p:nvGrpSpPr>
        <p:grpSpPr>
          <a:xfrm>
            <a:off x="-83523" y="0"/>
            <a:ext cx="493925" cy="6858300"/>
            <a:chOff x="-83523" y="0"/>
            <a:chExt cx="493925" cy="6858300"/>
          </a:xfrm>
        </p:grpSpPr>
        <p:sp>
          <p:nvSpPr>
            <p:cNvPr id="153" name="Google Shape;153;p3"/>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4" name="Google Shape;154;p3"/>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5" name="Google Shape;155;p3"/>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6" name="Google Shape;156;p3"/>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7" name="Google Shape;157;p3"/>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8" name="Google Shape;158;p3"/>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59" name="Google Shape;159;p3"/>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60" name="Google Shape;160;p3"/>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61" name="Google Shape;161;p3"/>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62" name="Google Shape;162;p3"/>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163" name="Google Shape;163;p3" descr="A futuristic and sustainable Australian country town in 2050 with multiple community hubs. The town features a central eco-friendly community centre with solar panels, green roofs, and large glass windows, surrounded by various specialized hubs including a technology innovation centre, a vertical farming hub, a renewable energy research facility, and an arts and culture space. Wide streets lined with native trees connect these hubs, with people engaging in workshops, markets, and social activities. Autonomous electric vehicles, bicycles, and smart benches are present. The background includes modern eco-homes, wind turbines, and lush green landscapes, blending advanced technology with nature. No visible text in the image."/>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4"/>
          <p:cNvPicPr preferRelativeResize="0"/>
          <p:nvPr/>
        </p:nvPicPr>
        <p:blipFill rotWithShape="1">
          <a:blip r:embed="rId3">
            <a:alphaModFix amt="35000"/>
          </a:blip>
          <a:srcRect/>
          <a:stretch/>
        </p:blipFill>
        <p:spPr>
          <a:xfrm>
            <a:off x="326879" y="0"/>
            <a:ext cx="11861101" cy="6858000"/>
          </a:xfrm>
          <a:prstGeom prst="rect">
            <a:avLst/>
          </a:prstGeom>
          <a:noFill/>
          <a:ln>
            <a:noFill/>
          </a:ln>
        </p:spPr>
      </p:pic>
      <p:graphicFrame>
        <p:nvGraphicFramePr>
          <p:cNvPr id="169" name="Google Shape;169;p4"/>
          <p:cNvGraphicFramePr/>
          <p:nvPr/>
        </p:nvGraphicFramePr>
        <p:xfrm>
          <a:off x="791993" y="942898"/>
          <a:ext cx="10638000" cy="5550025"/>
        </p:xfrm>
        <a:graphic>
          <a:graphicData uri="http://schemas.openxmlformats.org/drawingml/2006/table">
            <a:tbl>
              <a:tblPr>
                <a:noFill/>
                <a:tableStyleId>{E5B5EC9E-9983-4339-AEF5-35140938B591}</a:tableStyleId>
              </a:tblPr>
              <a:tblGrid>
                <a:gridCol w="2036925">
                  <a:extLst>
                    <a:ext uri="{9D8B030D-6E8A-4147-A177-3AD203B41FA5}">
                      <a16:colId xmlns:a16="http://schemas.microsoft.com/office/drawing/2014/main" val="20000"/>
                    </a:ext>
                  </a:extLst>
                </a:gridCol>
                <a:gridCol w="8601075">
                  <a:extLst>
                    <a:ext uri="{9D8B030D-6E8A-4147-A177-3AD203B41FA5}">
                      <a16:colId xmlns:a16="http://schemas.microsoft.com/office/drawing/2014/main" val="20001"/>
                    </a:ext>
                  </a:extLst>
                </a:gridCol>
              </a:tblGrid>
              <a:tr h="193250">
                <a:tc>
                  <a:txBody>
                    <a:bodyPr/>
                    <a:lstStyle/>
                    <a:p>
                      <a:pPr marL="0" marR="0" lvl="0" indent="0" algn="ctr" rtl="0">
                        <a:spcBef>
                          <a:spcPts val="0"/>
                        </a:spcBef>
                        <a:spcAft>
                          <a:spcPts val="0"/>
                        </a:spcAft>
                        <a:buNone/>
                      </a:pPr>
                      <a:r>
                        <a:rPr lang="en-GB" sz="1200" b="1" u="none" strike="noStrike" cap="none">
                          <a:latin typeface="Play"/>
                          <a:ea typeface="Play"/>
                          <a:cs typeface="Play"/>
                          <a:sym typeface="Play"/>
                        </a:rPr>
                        <a:t>Curriculum Area</a:t>
                      </a:r>
                      <a:endParaRPr sz="1200" b="1" i="0" u="none" strike="noStrike" cap="none">
                        <a:solidFill>
                          <a:srgbClr val="000000"/>
                        </a:solidFill>
                        <a:latin typeface="Play"/>
                        <a:ea typeface="Play"/>
                        <a:cs typeface="Play"/>
                        <a:sym typeface="Play"/>
                      </a:endParaRPr>
                    </a:p>
                  </a:txBody>
                  <a:tcPr marL="1000" marR="1000" marT="10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ctr" rtl="0">
                        <a:spcBef>
                          <a:spcPts val="0"/>
                        </a:spcBef>
                        <a:spcAft>
                          <a:spcPts val="0"/>
                        </a:spcAft>
                        <a:buNone/>
                      </a:pPr>
                      <a:r>
                        <a:rPr lang="en-GB" sz="1200" b="1" u="none" strike="noStrike" cap="none">
                          <a:latin typeface="Play"/>
                          <a:ea typeface="Play"/>
                          <a:cs typeface="Play"/>
                          <a:sym typeface="Play"/>
                        </a:rPr>
                        <a:t>Content Description</a:t>
                      </a:r>
                      <a:endParaRPr sz="1200" b="1" i="0" u="none" strike="noStrike" cap="none">
                        <a:solidFill>
                          <a:srgbClr val="000000"/>
                        </a:solidFill>
                        <a:latin typeface="Play"/>
                        <a:ea typeface="Play"/>
                        <a:cs typeface="Play"/>
                        <a:sym typeface="Play"/>
                      </a:endParaRPr>
                    </a:p>
                  </a:txBody>
                  <a:tcPr marL="1000" marR="1000" marT="10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0"/>
                  </a:ext>
                </a:extLst>
              </a:tr>
              <a:tr h="393575">
                <a:tc rowSpan="6">
                  <a:txBody>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000000"/>
                          </a:solidFill>
                          <a:latin typeface="Play"/>
                          <a:ea typeface="Play"/>
                          <a:cs typeface="Play"/>
                          <a:sym typeface="Play"/>
                        </a:rPr>
                        <a:t>Design and Technologies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u="none" strike="noStrike" cap="none">
                          <a:latin typeface="Play"/>
                          <a:ea typeface="Play"/>
                          <a:cs typeface="Play"/>
                          <a:sym typeface="Play"/>
                        </a:rPr>
                        <a:t>Investigate how people in design and technologies occupations address competing considerations, including sustainability, when designing products, services and environments for current and future use</a:t>
                      </a:r>
                      <a:endParaRPr sz="1200" b="0" i="0" u="none" strike="noStrike" cap="none">
                        <a:solidFill>
                          <a:srgbClr val="000000"/>
                        </a:solidFill>
                        <a:latin typeface="Play"/>
                        <a:ea typeface="Play"/>
                        <a:cs typeface="Play"/>
                        <a:sym typeface="Play"/>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1"/>
                  </a:ext>
                </a:extLst>
              </a:tr>
              <a:tr h="499175">
                <a:tc vMerge="1">
                  <a:txBody>
                    <a:bodyPr/>
                    <a:lstStyle/>
                    <a:p>
                      <a:endParaRPr lang="en-US"/>
                    </a:p>
                  </a:txBody>
                  <a:tcPr/>
                </a:tc>
                <a:tc>
                  <a:txBody>
                    <a:bodyPr/>
                    <a:lstStyle/>
                    <a:p>
                      <a:pPr marL="0" marR="0" lvl="0" indent="0" algn="l" rtl="0">
                        <a:spcBef>
                          <a:spcPts val="0"/>
                        </a:spcBef>
                        <a:spcAft>
                          <a:spcPts val="0"/>
                        </a:spcAft>
                        <a:buNone/>
                      </a:pPr>
                      <a:r>
                        <a:rPr lang="en-GB" sz="1200" u="none" strike="noStrike" cap="none"/>
                        <a:t>Analyse how the design and innovation of products, services, and environments can respond to changing needs, opportunities, or sustainability challenges</a:t>
                      </a:r>
                      <a:endParaRPr sz="1200" u="none" strike="noStrike" cap="none"/>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2"/>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Generate, test, iterate and communicate design ideas, processes and solutions using technical terms and graphical representation techniques and appropriate attributions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3"/>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Investigate and make judgments on how characteristics and properties of materials, systems, components, tools, and equipment can be combined to create designed solutions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4"/>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Evaluate design ideas, processes and solutions based on functional, aesthetic, ethical, environmental, economic and social factors using evaluation criteria developed with consideration of sustainability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5"/>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Effectively and safely use a broad range of materials, components, tools, equipment, and techniques to produce designed solutions for intended purposes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6"/>
                  </a:ext>
                </a:extLst>
              </a:tr>
              <a:tr h="308400">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Critical and Creative Thinking</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Pose questions to probe assumptions and investigate complex issues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7"/>
                  </a:ext>
                </a:extLst>
              </a:tr>
              <a:tr h="308400">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Investigate and evaluate the strength of arguments and evidence in assessing conflicting perspectives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8"/>
                  </a:ext>
                </a:extLst>
              </a:tr>
              <a:tr h="391900">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Geography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The distribution and influence of accessibility to services and facilities on people’s perceptions of the liveability of places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9"/>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Examine strategies to create sustainable futures in relation to environmental, economic and social challenges, and explain the likely effects of these strategies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0"/>
                  </a:ext>
                </a:extLst>
              </a:tr>
              <a:tr h="393575">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Ethical Capability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Examine how problems may contain more than one ethical issue, comparing the relative significance of each issue and recognising areas of contestability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1"/>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Explore the extent of ethical obligation and the tension between respecting the rights of others and having a responsibility to the wider community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2"/>
                  </a:ext>
                </a:extLst>
              </a:tr>
              <a:tr h="308400">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Sustainability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Analyse and evaluate the impact of decisions and actions on the sustainability of resources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3"/>
                  </a:ext>
                </a:extLst>
              </a:tr>
              <a:tr h="391900">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Reflect on how sustainable practices and worldviews influence the development of strategies that support sustainable futures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4"/>
                  </a:ext>
                </a:extLst>
              </a:tr>
            </a:tbl>
          </a:graphicData>
        </a:graphic>
      </p:graphicFrame>
      <p:sp>
        <p:nvSpPr>
          <p:cNvPr id="170" name="Google Shape;170;p4"/>
          <p:cNvSpPr txBox="1"/>
          <p:nvPr/>
        </p:nvSpPr>
        <p:spPr>
          <a:xfrm>
            <a:off x="2191050" y="23844"/>
            <a:ext cx="7809900" cy="1107965"/>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500"/>
              <a:buFont typeface="Arial"/>
              <a:buNone/>
            </a:pPr>
            <a:r>
              <a:rPr lang="en-GB" sz="1500" b="1">
                <a:solidFill>
                  <a:schemeClr val="dk1"/>
                </a:solidFill>
                <a:latin typeface="Arial"/>
                <a:ea typeface="Arial"/>
                <a:cs typeface="Arial"/>
                <a:sym typeface="Arial"/>
              </a:rPr>
              <a:t>LEARNING MAP</a:t>
            </a:r>
            <a:endParaRPr/>
          </a:p>
          <a:p>
            <a:pPr marL="0" marR="0" lvl="0" indent="0" algn="ctr" rtl="0">
              <a:spcBef>
                <a:spcPts val="0"/>
              </a:spcBef>
              <a:spcAft>
                <a:spcPts val="0"/>
              </a:spcAft>
              <a:buNone/>
            </a:pPr>
            <a:r>
              <a:rPr lang="en-GB" sz="1500">
                <a:solidFill>
                  <a:schemeClr val="dk1"/>
                </a:solidFill>
                <a:latin typeface="Arial"/>
                <a:ea typeface="Arial"/>
                <a:cs typeface="Arial"/>
                <a:sym typeface="Arial"/>
              </a:rPr>
              <a:t>(Depending On Student Choices)</a:t>
            </a:r>
            <a:endParaRPr/>
          </a:p>
          <a:p>
            <a:pPr marL="0" marR="0" lvl="0" indent="0" algn="ctr" rtl="0">
              <a:spcBef>
                <a:spcPts val="0"/>
              </a:spcBef>
              <a:spcAft>
                <a:spcPts val="0"/>
              </a:spcAft>
              <a:buClr>
                <a:schemeClr val="dk1"/>
              </a:buClr>
              <a:buSzPts val="1500"/>
              <a:buFont typeface="Arial"/>
              <a:buNone/>
            </a:pPr>
            <a:endParaRPr sz="1500" b="1">
              <a:solidFill>
                <a:schemeClr val="dk1"/>
              </a:solidFill>
              <a:latin typeface="Arial"/>
              <a:ea typeface="Arial"/>
              <a:cs typeface="Arial"/>
              <a:sym typeface="Arial"/>
            </a:endParaRPr>
          </a:p>
          <a:p>
            <a:pPr marL="0" marR="0" lvl="0" indent="0" algn="ctr" rtl="0">
              <a:spcBef>
                <a:spcPts val="0"/>
              </a:spcBef>
              <a:spcAft>
                <a:spcPts val="0"/>
              </a:spcAft>
              <a:buClr>
                <a:schemeClr val="dk1"/>
              </a:buClr>
              <a:buSzPts val="1500"/>
              <a:buFont typeface="Arial"/>
              <a:buNone/>
            </a:pPr>
            <a:endParaRPr sz="1500" b="1">
              <a:solidFill>
                <a:schemeClr val="dk1"/>
              </a:solidFill>
              <a:latin typeface="Arial"/>
              <a:ea typeface="Arial"/>
              <a:cs typeface="Arial"/>
              <a:sym typeface="Arial"/>
            </a:endParaRPr>
          </a:p>
        </p:txBody>
      </p:sp>
      <p:grpSp>
        <p:nvGrpSpPr>
          <p:cNvPr id="171" name="Google Shape;171;p4"/>
          <p:cNvGrpSpPr/>
          <p:nvPr/>
        </p:nvGrpSpPr>
        <p:grpSpPr>
          <a:xfrm>
            <a:off x="-83523" y="0"/>
            <a:ext cx="493925" cy="6858300"/>
            <a:chOff x="-83523" y="0"/>
            <a:chExt cx="493925" cy="6858300"/>
          </a:xfrm>
        </p:grpSpPr>
        <p:sp>
          <p:nvSpPr>
            <p:cNvPr id="172" name="Google Shape;172;p4"/>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3" name="Google Shape;173;p4"/>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4" name="Google Shape;174;p4"/>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5" name="Google Shape;175;p4"/>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6" name="Google Shape;176;p4"/>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7" name="Google Shape;177;p4"/>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78" name="Google Shape;178;p4"/>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79" name="Google Shape;179;p4"/>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80" name="Google Shape;180;p4"/>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81" name="Google Shape;181;p4"/>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5"/>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87" name="Google Shape;187;p5"/>
          <p:cNvSpPr txBox="1"/>
          <p:nvPr/>
        </p:nvSpPr>
        <p:spPr>
          <a:xfrm>
            <a:off x="4971883" y="137687"/>
            <a:ext cx="22479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a:solidFill>
                  <a:schemeClr val="lt1"/>
                </a:solidFill>
                <a:latin typeface="Arial"/>
                <a:ea typeface="Arial"/>
                <a:cs typeface="Arial"/>
                <a:sym typeface="Arial"/>
              </a:rPr>
              <a:t>Feedback Rubric</a:t>
            </a:r>
            <a:endParaRPr/>
          </a:p>
        </p:txBody>
      </p:sp>
      <p:graphicFrame>
        <p:nvGraphicFramePr>
          <p:cNvPr id="188" name="Google Shape;188;p5"/>
          <p:cNvGraphicFramePr/>
          <p:nvPr/>
        </p:nvGraphicFramePr>
        <p:xfrm>
          <a:off x="659422" y="507019"/>
          <a:ext cx="11289325" cy="6030100"/>
        </p:xfrm>
        <a:graphic>
          <a:graphicData uri="http://schemas.openxmlformats.org/drawingml/2006/table">
            <a:tbl>
              <a:tblPr firstRow="1" bandRow="1">
                <a:noFill/>
                <a:tableStyleId>{7FB279D3-E1D9-4619-B171-F6227F3B06D3}</a:tableStyleId>
              </a:tblPr>
              <a:tblGrid>
                <a:gridCol w="1195750">
                  <a:extLst>
                    <a:ext uri="{9D8B030D-6E8A-4147-A177-3AD203B41FA5}">
                      <a16:colId xmlns:a16="http://schemas.microsoft.com/office/drawing/2014/main" val="20000"/>
                    </a:ext>
                  </a:extLst>
                </a:gridCol>
                <a:gridCol w="1573825">
                  <a:extLst>
                    <a:ext uri="{9D8B030D-6E8A-4147-A177-3AD203B41FA5}">
                      <a16:colId xmlns:a16="http://schemas.microsoft.com/office/drawing/2014/main" val="20001"/>
                    </a:ext>
                  </a:extLst>
                </a:gridCol>
                <a:gridCol w="2048600">
                  <a:extLst>
                    <a:ext uri="{9D8B030D-6E8A-4147-A177-3AD203B41FA5}">
                      <a16:colId xmlns:a16="http://schemas.microsoft.com/office/drawing/2014/main" val="20002"/>
                    </a:ext>
                  </a:extLst>
                </a:gridCol>
                <a:gridCol w="2004650">
                  <a:extLst>
                    <a:ext uri="{9D8B030D-6E8A-4147-A177-3AD203B41FA5}">
                      <a16:colId xmlns:a16="http://schemas.microsoft.com/office/drawing/2014/main" val="20003"/>
                    </a:ext>
                  </a:extLst>
                </a:gridCol>
                <a:gridCol w="2013450">
                  <a:extLst>
                    <a:ext uri="{9D8B030D-6E8A-4147-A177-3AD203B41FA5}">
                      <a16:colId xmlns:a16="http://schemas.microsoft.com/office/drawing/2014/main" val="20004"/>
                    </a:ext>
                  </a:extLst>
                </a:gridCol>
                <a:gridCol w="2453050">
                  <a:extLst>
                    <a:ext uri="{9D8B030D-6E8A-4147-A177-3AD203B41FA5}">
                      <a16:colId xmlns:a16="http://schemas.microsoft.com/office/drawing/2014/main" val="20005"/>
                    </a:ext>
                  </a:extLst>
                </a:gridCol>
              </a:tblGrid>
              <a:tr h="3708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Stage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Task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Below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Working Towards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At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Above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extLst>
                  <a:ext uri="{0D108BD9-81ED-4DB2-BD59-A6C34878D82A}">
                    <a16:rowId xmlns:a16="http://schemas.microsoft.com/office/drawing/2014/main" val="10000"/>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Investigating &amp; Defining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Explore Solarpunk &amp; Annotate Image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missing or lacks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present with minimal annotations or unclear links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relevant elements and clear connections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insightful comments and detailed connections to sustainability and urban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Future Challenges Reflection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challenges identified,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challenges identified, but explanations are brief or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well-identified with clear reasoning for their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thoroughly analyzed with deep insights and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Mind Map of Key Issues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incomplete or lacks structure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identifies some key issues, but connections are weak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effectively organizes key issues and related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detailed, well-structured, and shows deep analysis of interconnections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3"/>
                  </a:ext>
                </a:extLst>
              </a:tr>
              <a:tr h="5105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Sustainability Analysis (3 Pillars)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sustainability solutions presented,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sustainability solutions identified but not well-supported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well-explained across social, economic, and environmental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highly innovative, well-researched, and linked to real-world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Visual Research of Structures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images collected, no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images collected with minimal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images with clear annotations explaining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relevant images with detailed annotations, showing deep critical thinking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5"/>
                  </a:ext>
                </a:extLst>
              </a:tr>
              <a:tr h="3708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Generating &amp; Designing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Design Brief (Starburst Template)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missing or lacks focus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aspects of the brief are present but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well-structured with clear objectives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detailed, insightful, and demonstrates strong problem-solving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6"/>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Evaluation Criteria</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evaluation criteria listed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criteria listed but vague or incomplete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relevant evaluation criteria aligned with the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Well-developed, specific criteria that enhance the design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7"/>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Morphological Matrix &amp; Idea Generation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ideas generated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ideas generated but lack variety or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ideas generated using the matrix</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creative, well-developed ideas that explore multiple innovative solutions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8"/>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Sketches &amp; Concept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Sketches are missing or lack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sketches with minimal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Detailed sketches with clear labels and explanations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detailed sketches with annotations explaining functionality and sustainability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9"/>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Planning &amp; Managing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Production Planning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Plan is incomplete or lacks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materials and steps listed but lacks depth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plan outlining materials, tools, and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organized, efficient plan considering alternatives and challenges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extLst>
                  <a:ext uri="{0D108BD9-81ED-4DB2-BD59-A6C34878D82A}">
                    <a16:rowId xmlns:a16="http://schemas.microsoft.com/office/drawing/2014/main" val="10010"/>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Producing &amp; Implementing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Final Design (CAD or Sketch)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is incomplete or lacks clarity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design with minimal detail or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well-developed design with appropriate materials and textures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polished, professional-level design with thoughtful annotations and presentation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extLst>
                  <a:ext uri="{0D108BD9-81ED-4DB2-BD59-A6C34878D82A}">
                    <a16:rowId xmlns:a16="http://schemas.microsoft.com/office/drawing/2014/main" val="10011"/>
                  </a:ext>
                </a:extLst>
              </a:tr>
              <a:tr h="510550">
                <a:tc>
                  <a:txBody>
                    <a:bodyPr/>
                    <a:lstStyle/>
                    <a:p>
                      <a:pPr marL="0" marR="0" lvl="0" indent="0" algn="ctr" rtl="0">
                        <a:spcBef>
                          <a:spcPts val="0"/>
                        </a:spcBef>
                        <a:spcAft>
                          <a:spcPts val="0"/>
                        </a:spcAft>
                        <a:buNone/>
                      </a:pPr>
                      <a:r>
                        <a:rPr lang="en-GB" sz="1000" b="0" i="0" u="none" strike="noStrike" cap="none">
                          <a:solidFill>
                            <a:srgbClr val="000000"/>
                          </a:solidFill>
                          <a:latin typeface="Arial"/>
                          <a:ea typeface="Arial"/>
                          <a:cs typeface="Arial"/>
                          <a:sym typeface="Arial"/>
                        </a:rPr>
                        <a:t>Generating &amp; Designing</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Model Making (Architectural Model)</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Model is incomplete, lacks detail, or is poorly constructed</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Model is constructed but lacks refinement or accurate proportions</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Well-constructed model demonstrating scale, proportion, and key architectural features</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Model is highly detailed, professionally presented, using high-quality materials and demonstrating advanced techniques</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extLst>
                  <a:ext uri="{0D108BD9-81ED-4DB2-BD59-A6C34878D82A}">
                    <a16:rowId xmlns:a16="http://schemas.microsoft.com/office/drawing/2014/main" val="10012"/>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Evaluating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Design Reflection &amp; Impact Evaluation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Little or no reflection on design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reflection, but lacks depth or specific improvements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evaluation considering strengths and areas for improvement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Deep analysis of design impact, including ethical, social, and environmental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extLst>
                  <a:ext uri="{0D108BD9-81ED-4DB2-BD59-A6C34878D82A}">
                    <a16:rowId xmlns:a16="http://schemas.microsoft.com/office/drawing/2014/main" val="10013"/>
                  </a:ext>
                </a:extLst>
              </a:tr>
            </a:tbl>
          </a:graphicData>
        </a:graphic>
      </p:graphicFrame>
      <p:grpSp>
        <p:nvGrpSpPr>
          <p:cNvPr id="189" name="Google Shape;189;p5"/>
          <p:cNvGrpSpPr/>
          <p:nvPr/>
        </p:nvGrpSpPr>
        <p:grpSpPr>
          <a:xfrm>
            <a:off x="-83523" y="0"/>
            <a:ext cx="493925" cy="6858300"/>
            <a:chOff x="-83523" y="0"/>
            <a:chExt cx="493925" cy="6858300"/>
          </a:xfrm>
        </p:grpSpPr>
        <p:sp>
          <p:nvSpPr>
            <p:cNvPr id="190" name="Google Shape;190;p5"/>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1" name="Google Shape;191;p5"/>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2" name="Google Shape;192;p5"/>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3" name="Google Shape;193;p5"/>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4" name="Google Shape;194;p5"/>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5" name="Google Shape;195;p5"/>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96" name="Google Shape;196;p5"/>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97" name="Google Shape;197;p5"/>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98" name="Google Shape;198;p5"/>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99" name="Google Shape;199;p5"/>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6"/>
          <p:cNvSpPr/>
          <p:nvPr/>
        </p:nvSpPr>
        <p:spPr>
          <a:xfrm>
            <a:off x="254001" y="0"/>
            <a:ext cx="11937834"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05" name="Google Shape;205;p6"/>
          <p:cNvSpPr/>
          <p:nvPr/>
        </p:nvSpPr>
        <p:spPr>
          <a:xfrm>
            <a:off x="3839673" y="278970"/>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06" name="Google Shape;206;p6"/>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07" name="Google Shape;207;p6"/>
          <p:cNvSpPr txBox="1"/>
          <p:nvPr/>
        </p:nvSpPr>
        <p:spPr>
          <a:xfrm>
            <a:off x="5586553" y="292627"/>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dk1"/>
                </a:solidFill>
                <a:latin typeface="Arial"/>
                <a:ea typeface="Arial"/>
                <a:cs typeface="Arial"/>
                <a:sym typeface="Arial"/>
              </a:rPr>
              <a:t>Explore Solarpunk</a:t>
            </a:r>
            <a:endParaRPr sz="2133" b="1">
              <a:solidFill>
                <a:schemeClr val="dk1"/>
              </a:solidFill>
              <a:latin typeface="Arial"/>
              <a:ea typeface="Arial"/>
              <a:cs typeface="Arial"/>
              <a:sym typeface="Arial"/>
            </a:endParaRPr>
          </a:p>
        </p:txBody>
      </p:sp>
      <p:sp>
        <p:nvSpPr>
          <p:cNvPr id="208" name="Google Shape;208;p6"/>
          <p:cNvSpPr txBox="1"/>
          <p:nvPr/>
        </p:nvSpPr>
        <p:spPr>
          <a:xfrm>
            <a:off x="619723" y="794236"/>
            <a:ext cx="2865931" cy="39896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333">
                <a:solidFill>
                  <a:srgbClr val="333333"/>
                </a:solidFill>
                <a:latin typeface="Arial"/>
                <a:ea typeface="Arial"/>
                <a:cs typeface="Arial"/>
                <a:sym typeface="Arial"/>
              </a:rPr>
              <a:t>Explore the concept of Solarpunk online and try to identify key themes in this hopeful vision of a sustainable future.</a:t>
            </a:r>
            <a:endParaRPr sz="1333">
              <a:solidFill>
                <a:schemeClr val="dk1"/>
              </a:solidFill>
              <a:latin typeface="Arial"/>
              <a:ea typeface="Arial"/>
              <a:cs typeface="Arial"/>
              <a:sym typeface="Arial"/>
            </a:endParaRPr>
          </a:p>
          <a:p>
            <a:pPr marL="0" marR="0" lvl="0" indent="0" algn="l" rtl="0">
              <a:spcBef>
                <a:spcPts val="0"/>
              </a:spcBef>
              <a:spcAft>
                <a:spcPts val="0"/>
              </a:spcAft>
              <a:buNone/>
            </a:pPr>
            <a:br>
              <a:rPr lang="en-GB" sz="1333">
                <a:solidFill>
                  <a:schemeClr val="dk1"/>
                </a:solidFill>
                <a:latin typeface="Arial"/>
                <a:ea typeface="Arial"/>
                <a:cs typeface="Arial"/>
                <a:sym typeface="Arial"/>
              </a:rPr>
            </a:br>
            <a:r>
              <a:rPr lang="en-GB" sz="1333" b="1">
                <a:solidFill>
                  <a:srgbClr val="333333"/>
                </a:solidFill>
                <a:latin typeface="Arial"/>
                <a:ea typeface="Arial"/>
                <a:cs typeface="Arial"/>
                <a:sym typeface="Arial"/>
              </a:rPr>
              <a:t>Choose one solarpunk image </a:t>
            </a:r>
            <a:r>
              <a:rPr lang="en-GB" sz="1333">
                <a:solidFill>
                  <a:srgbClr val="333333"/>
                </a:solidFill>
                <a:latin typeface="Arial"/>
                <a:ea typeface="Arial"/>
                <a:cs typeface="Arial"/>
                <a:sym typeface="Arial"/>
              </a:rPr>
              <a:t>that you think could help to address the issues futures cities are facing, paste it in the space provided</a:t>
            </a:r>
            <a:endParaRPr sz="1333">
              <a:solidFill>
                <a:schemeClr val="dk1"/>
              </a:solidFill>
              <a:latin typeface="Arial"/>
              <a:ea typeface="Arial"/>
              <a:cs typeface="Arial"/>
              <a:sym typeface="Arial"/>
            </a:endParaRPr>
          </a:p>
          <a:p>
            <a:pPr marL="0" marR="0" lvl="0" indent="0" algn="l" rtl="0">
              <a:spcBef>
                <a:spcPts val="0"/>
              </a:spcBef>
              <a:spcAft>
                <a:spcPts val="0"/>
              </a:spcAft>
              <a:buNone/>
            </a:pPr>
            <a:br>
              <a:rPr lang="en-GB" sz="1333">
                <a:solidFill>
                  <a:schemeClr val="dk1"/>
                </a:solidFill>
                <a:latin typeface="Arial"/>
                <a:ea typeface="Arial"/>
                <a:cs typeface="Arial"/>
                <a:sym typeface="Arial"/>
              </a:rPr>
            </a:br>
            <a:r>
              <a:rPr lang="en-GB" sz="1333">
                <a:solidFill>
                  <a:srgbClr val="333333"/>
                </a:solidFill>
                <a:latin typeface="Arial"/>
                <a:ea typeface="Arial"/>
                <a:cs typeface="Arial"/>
                <a:sym typeface="Arial"/>
              </a:rPr>
              <a:t>Annotate it, labelling all of the important elements that you think could be applied to a future version of Melbourne.</a:t>
            </a:r>
            <a:endParaRPr sz="1333">
              <a:solidFill>
                <a:schemeClr val="dk1"/>
              </a:solidFill>
              <a:latin typeface="Arial"/>
              <a:ea typeface="Arial"/>
              <a:cs typeface="Arial"/>
              <a:sym typeface="Arial"/>
            </a:endParaRPr>
          </a:p>
          <a:p>
            <a:pPr marL="0" marR="0" lvl="0" indent="0" algn="ctr" rtl="0">
              <a:spcBef>
                <a:spcPts val="0"/>
              </a:spcBef>
              <a:spcAft>
                <a:spcPts val="0"/>
              </a:spcAft>
              <a:buNone/>
            </a:pPr>
            <a:br>
              <a:rPr lang="en-GB" sz="1333">
                <a:solidFill>
                  <a:schemeClr val="dk1"/>
                </a:solidFill>
                <a:latin typeface="Arial"/>
                <a:ea typeface="Arial"/>
                <a:cs typeface="Arial"/>
                <a:sym typeface="Arial"/>
              </a:rPr>
            </a:br>
            <a:r>
              <a:rPr lang="en-GB" sz="1333" u="sng">
                <a:solidFill>
                  <a:srgbClr val="0097A7"/>
                </a:solidFill>
                <a:latin typeface="Arial"/>
                <a:ea typeface="Arial"/>
                <a:cs typeface="Arial"/>
                <a:sym typeface="Arial"/>
                <a:hlinkClick r:id="rId3">
                  <a:extLst>
                    <a:ext uri="{A12FA001-AC4F-418D-AE19-62706E023703}">
                      <ahyp:hlinkClr xmlns:ahyp="http://schemas.microsoft.com/office/drawing/2018/hyperlinkcolor" val="tx"/>
                    </a:ext>
                  </a:extLst>
                </a:hlinkClick>
              </a:rPr>
              <a:t>Examples of Solarpunk</a:t>
            </a:r>
            <a:endParaRPr sz="1333">
              <a:solidFill>
                <a:schemeClr val="dk1"/>
              </a:solidFill>
              <a:latin typeface="Arial"/>
              <a:ea typeface="Arial"/>
              <a:cs typeface="Arial"/>
              <a:sym typeface="Arial"/>
            </a:endParaRPr>
          </a:p>
          <a:p>
            <a:pPr marL="0" marR="0" lvl="0" indent="0" algn="l" rtl="0">
              <a:spcBef>
                <a:spcPts val="0"/>
              </a:spcBef>
              <a:spcAft>
                <a:spcPts val="0"/>
              </a:spcAft>
              <a:buNone/>
            </a:pPr>
            <a:br>
              <a:rPr lang="en-GB" sz="1333">
                <a:solidFill>
                  <a:schemeClr val="dk1"/>
                </a:solidFill>
                <a:latin typeface="Arial"/>
                <a:ea typeface="Arial"/>
                <a:cs typeface="Arial"/>
                <a:sym typeface="Arial"/>
              </a:rPr>
            </a:br>
            <a:r>
              <a:rPr lang="en-GB" sz="1333">
                <a:solidFill>
                  <a:schemeClr val="dk1"/>
                </a:solidFill>
                <a:latin typeface="Arial"/>
                <a:ea typeface="Arial"/>
                <a:cs typeface="Arial"/>
                <a:sym typeface="Arial"/>
              </a:rPr>
              <a:t>. </a:t>
            </a:r>
            <a:endParaRPr/>
          </a:p>
          <a:p>
            <a:pPr marL="0" marR="0" lvl="0" indent="0" algn="l" rtl="0">
              <a:spcBef>
                <a:spcPts val="0"/>
              </a:spcBef>
              <a:spcAft>
                <a:spcPts val="0"/>
              </a:spcAft>
              <a:buNone/>
            </a:pPr>
            <a:endParaRPr sz="1333">
              <a:solidFill>
                <a:schemeClr val="dk1"/>
              </a:solidFill>
              <a:latin typeface="Arial"/>
              <a:ea typeface="Arial"/>
              <a:cs typeface="Arial"/>
              <a:sym typeface="Arial"/>
            </a:endParaRPr>
          </a:p>
        </p:txBody>
      </p:sp>
      <p:sp>
        <p:nvSpPr>
          <p:cNvPr id="209" name="Google Shape;209;p6"/>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210" name="Google Shape;210;p6"/>
          <p:cNvSpPr/>
          <p:nvPr/>
        </p:nvSpPr>
        <p:spPr>
          <a:xfrm>
            <a:off x="5680765" y="2049670"/>
            <a:ext cx="4470400" cy="2906644"/>
          </a:xfrm>
          <a:prstGeom prst="rect">
            <a:avLst/>
          </a:prstGeom>
          <a:solidFill>
            <a:schemeClr val="lt1"/>
          </a:solidFill>
          <a:ln w="19050" cap="flat" cmpd="sng">
            <a:solidFill>
              <a:srgbClr val="082836"/>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11" name="Google Shape;211;p6"/>
          <p:cNvSpPr txBox="1"/>
          <p:nvPr/>
        </p:nvSpPr>
        <p:spPr>
          <a:xfrm>
            <a:off x="7008669" y="2858585"/>
            <a:ext cx="1760329" cy="12416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67" b="1">
                <a:solidFill>
                  <a:srgbClr val="BFBFBF"/>
                </a:solidFill>
                <a:latin typeface="Arial"/>
                <a:ea typeface="Arial"/>
                <a:cs typeface="Arial"/>
                <a:sym typeface="Arial"/>
              </a:rPr>
              <a:t>Paste </a:t>
            </a:r>
            <a:endParaRPr/>
          </a:p>
          <a:p>
            <a:pPr marL="0" marR="0" lvl="0" indent="0" algn="ctr" rtl="0">
              <a:spcBef>
                <a:spcPts val="0"/>
              </a:spcBef>
              <a:spcAft>
                <a:spcPts val="0"/>
              </a:spcAft>
              <a:buNone/>
            </a:pPr>
            <a:r>
              <a:rPr lang="en-GB" sz="1867" b="1">
                <a:solidFill>
                  <a:srgbClr val="BFBFBF"/>
                </a:solidFill>
                <a:latin typeface="Arial"/>
                <a:ea typeface="Arial"/>
                <a:cs typeface="Arial"/>
                <a:sym typeface="Arial"/>
              </a:rPr>
              <a:t>Favourite </a:t>
            </a:r>
            <a:endParaRPr/>
          </a:p>
          <a:p>
            <a:pPr marL="0" marR="0" lvl="0" indent="0" algn="ctr" rtl="0">
              <a:spcBef>
                <a:spcPts val="0"/>
              </a:spcBef>
              <a:spcAft>
                <a:spcPts val="0"/>
              </a:spcAft>
              <a:buNone/>
            </a:pPr>
            <a:r>
              <a:rPr lang="en-GB" sz="1867" b="1" i="1">
                <a:solidFill>
                  <a:srgbClr val="595959"/>
                </a:solidFill>
                <a:latin typeface="Arial"/>
                <a:ea typeface="Arial"/>
                <a:cs typeface="Arial"/>
                <a:sym typeface="Arial"/>
              </a:rPr>
              <a:t>Solarpunk</a:t>
            </a:r>
            <a:r>
              <a:rPr lang="en-GB" sz="1867" b="1">
                <a:solidFill>
                  <a:srgbClr val="BFBFBF"/>
                </a:solidFill>
                <a:latin typeface="Arial"/>
                <a:ea typeface="Arial"/>
                <a:cs typeface="Arial"/>
                <a:sym typeface="Arial"/>
              </a:rPr>
              <a:t> </a:t>
            </a:r>
            <a:endParaRPr/>
          </a:p>
          <a:p>
            <a:pPr marL="0" marR="0" lvl="0" indent="0" algn="ctr" rtl="0">
              <a:spcBef>
                <a:spcPts val="0"/>
              </a:spcBef>
              <a:spcAft>
                <a:spcPts val="0"/>
              </a:spcAft>
              <a:buNone/>
            </a:pPr>
            <a:r>
              <a:rPr lang="en-GB" sz="1867" b="1">
                <a:solidFill>
                  <a:srgbClr val="BFBFBF"/>
                </a:solidFill>
                <a:latin typeface="Arial"/>
                <a:ea typeface="Arial"/>
                <a:cs typeface="Arial"/>
                <a:sym typeface="Arial"/>
              </a:rPr>
              <a:t>Image Here</a:t>
            </a:r>
            <a:endParaRPr sz="2400">
              <a:solidFill>
                <a:schemeClr val="dk1"/>
              </a:solidFill>
              <a:latin typeface="Arial"/>
              <a:ea typeface="Arial"/>
              <a:cs typeface="Arial"/>
              <a:sym typeface="Arial"/>
            </a:endParaRPr>
          </a:p>
        </p:txBody>
      </p:sp>
      <p:sp>
        <p:nvSpPr>
          <p:cNvPr id="212" name="Google Shape;212;p6"/>
          <p:cNvSpPr/>
          <p:nvPr/>
        </p:nvSpPr>
        <p:spPr>
          <a:xfrm>
            <a:off x="10489951" y="963172"/>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347" y="61436"/>
                </a:moveTo>
                <a:lnTo>
                  <a:pt x="-151218" y="124616"/>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213" name="Google Shape;213;p6"/>
          <p:cNvSpPr/>
          <p:nvPr/>
        </p:nvSpPr>
        <p:spPr>
          <a:xfrm flipH="1">
            <a:off x="4150619" y="963172"/>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347" y="61436"/>
                </a:moveTo>
                <a:lnTo>
                  <a:pt x="-151218" y="124616"/>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214" name="Google Shape;214;p6"/>
          <p:cNvSpPr/>
          <p:nvPr/>
        </p:nvSpPr>
        <p:spPr>
          <a:xfrm flipH="1">
            <a:off x="4150619" y="297931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347" y="61436"/>
                </a:moveTo>
                <a:lnTo>
                  <a:pt x="-146870" y="62320"/>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215" name="Google Shape;215;p6"/>
          <p:cNvSpPr/>
          <p:nvPr/>
        </p:nvSpPr>
        <p:spPr>
          <a:xfrm>
            <a:off x="4107547" y="534512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0435" y="64032"/>
                </a:moveTo>
                <a:lnTo>
                  <a:pt x="267043" y="-12956"/>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216" name="Google Shape;216;p6"/>
          <p:cNvSpPr/>
          <p:nvPr/>
        </p:nvSpPr>
        <p:spPr>
          <a:xfrm flipH="1">
            <a:off x="10489951" y="534512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37827" y="51053"/>
                </a:moveTo>
                <a:lnTo>
                  <a:pt x="240086" y="-11659"/>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17" name="Google Shape;217;p6"/>
          <p:cNvSpPr/>
          <p:nvPr/>
        </p:nvSpPr>
        <p:spPr>
          <a:xfrm flipH="1">
            <a:off x="10489951" y="303219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39566" y="56245"/>
                </a:moveTo>
                <a:lnTo>
                  <a:pt x="264433" y="54532"/>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218" name="Google Shape;218;p6"/>
          <p:cNvSpPr/>
          <p:nvPr/>
        </p:nvSpPr>
        <p:spPr>
          <a:xfrm flipH="1">
            <a:off x="7279232" y="534512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57035" y="-20329"/>
                </a:moveTo>
                <a:lnTo>
                  <a:pt x="55142" y="-101964"/>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219" name="Google Shape;219;p6"/>
          <p:cNvSpPr/>
          <p:nvPr/>
        </p:nvSpPr>
        <p:spPr>
          <a:xfrm>
            <a:off x="7279232" y="963173"/>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60436" y="136712"/>
                </a:moveTo>
                <a:lnTo>
                  <a:pt x="61229" y="208225"/>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200" b="1" dirty="0">
                <a:solidFill>
                  <a:schemeClr val="tx1"/>
                </a:solidFill>
              </a:rPr>
              <a:t>plants</a:t>
            </a:r>
            <a:endParaRPr dirty="0">
              <a:solidFill>
                <a:schemeClr val="tx1"/>
              </a:solidFill>
            </a:endParaRPr>
          </a:p>
          <a:p>
            <a:pPr marL="0" marR="0" lvl="0" indent="0" algn="ctr" rtl="0">
              <a:spcBef>
                <a:spcPts val="0"/>
              </a:spcBef>
              <a:spcAft>
                <a:spcPts val="0"/>
              </a:spcAft>
              <a:buNone/>
            </a:pPr>
            <a:endParaRPr sz="2400" dirty="0">
              <a:solidFill>
                <a:schemeClr val="lt1"/>
              </a:solidFill>
              <a:latin typeface="Arial"/>
              <a:ea typeface="Arial"/>
              <a:cs typeface="Arial"/>
              <a:sym typeface="Arial"/>
            </a:endParaRPr>
          </a:p>
        </p:txBody>
      </p:sp>
      <p:grpSp>
        <p:nvGrpSpPr>
          <p:cNvPr id="220" name="Google Shape;220;p6"/>
          <p:cNvGrpSpPr/>
          <p:nvPr/>
        </p:nvGrpSpPr>
        <p:grpSpPr>
          <a:xfrm>
            <a:off x="-83523" y="0"/>
            <a:ext cx="493925" cy="6858300"/>
            <a:chOff x="-83523" y="0"/>
            <a:chExt cx="493925" cy="6858300"/>
          </a:xfrm>
        </p:grpSpPr>
        <p:sp>
          <p:nvSpPr>
            <p:cNvPr id="221" name="Google Shape;221;p6"/>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2" name="Google Shape;222;p6"/>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3" name="Google Shape;223;p6"/>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4" name="Google Shape;224;p6"/>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5" name="Google Shape;225;p6"/>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6" name="Google Shape;226;p6"/>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227" name="Google Shape;227;p6"/>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228" name="Google Shape;228;p6"/>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229" name="Google Shape;229;p6"/>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230" name="Google Shape;230;p6"/>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pic>
        <p:nvPicPr>
          <p:cNvPr id="2" name="Picture 1" descr="Solarpunk by RasrGallery on DeviantArt">
            <a:extLst>
              <a:ext uri="{FF2B5EF4-FFF2-40B4-BE49-F238E27FC236}">
                <a16:creationId xmlns:a16="http://schemas.microsoft.com/office/drawing/2014/main" id="{E68AA282-FC98-61A3-02B3-EF74829198B5}"/>
              </a:ext>
            </a:extLst>
          </p:cNvPr>
          <p:cNvPicPr>
            <a:picLocks noChangeAspect="1"/>
          </p:cNvPicPr>
          <p:nvPr/>
        </p:nvPicPr>
        <p:blipFill>
          <a:blip r:embed="rId4"/>
          <a:stretch>
            <a:fillRect/>
          </a:stretch>
        </p:blipFill>
        <p:spPr>
          <a:xfrm>
            <a:off x="5696542" y="2168844"/>
            <a:ext cx="4431393" cy="2658836"/>
          </a:xfrm>
          <a:prstGeom prst="rect">
            <a:avLst/>
          </a:prstGeom>
        </p:spPr>
      </p:pic>
      <p:sp>
        <p:nvSpPr>
          <p:cNvPr id="3" name="TextBox 2">
            <a:extLst>
              <a:ext uri="{FF2B5EF4-FFF2-40B4-BE49-F238E27FC236}">
                <a16:creationId xmlns:a16="http://schemas.microsoft.com/office/drawing/2014/main" id="{3E67478E-20E5-D718-1D48-19FCFCEC1657}"/>
              </a:ext>
            </a:extLst>
          </p:cNvPr>
          <p:cNvSpPr txBox="1"/>
          <p:nvPr/>
        </p:nvSpPr>
        <p:spPr>
          <a:xfrm>
            <a:off x="10570029" y="3254829"/>
            <a:ext cx="1053699" cy="523220"/>
          </a:xfrm>
          <a:prstGeom prst="rect">
            <a:avLst/>
          </a:prstGeom>
          <a:noFill/>
        </p:spPr>
        <p:txBody>
          <a:bodyPr wrap="square" rtlCol="0">
            <a:spAutoFit/>
          </a:bodyPr>
          <a:lstStyle/>
          <a:p>
            <a:r>
              <a:rPr lang="en-AU" dirty="0"/>
              <a:t>Colourful buildings</a:t>
            </a:r>
          </a:p>
        </p:txBody>
      </p:sp>
      <p:sp>
        <p:nvSpPr>
          <p:cNvPr id="4" name="TextBox 3">
            <a:extLst>
              <a:ext uri="{FF2B5EF4-FFF2-40B4-BE49-F238E27FC236}">
                <a16:creationId xmlns:a16="http://schemas.microsoft.com/office/drawing/2014/main" id="{77823360-1861-F66F-1C98-7CFF9469EEA4}"/>
              </a:ext>
            </a:extLst>
          </p:cNvPr>
          <p:cNvSpPr txBox="1"/>
          <p:nvPr/>
        </p:nvSpPr>
        <p:spPr>
          <a:xfrm>
            <a:off x="10570029" y="1002272"/>
            <a:ext cx="1002248" cy="738664"/>
          </a:xfrm>
          <a:prstGeom prst="rect">
            <a:avLst/>
          </a:prstGeom>
          <a:noFill/>
        </p:spPr>
        <p:txBody>
          <a:bodyPr wrap="square" rtlCol="0">
            <a:spAutoFit/>
          </a:bodyPr>
          <a:lstStyle/>
          <a:p>
            <a:r>
              <a:rPr lang="en-AU" dirty="0"/>
              <a:t>Water at the bottom</a:t>
            </a:r>
          </a:p>
        </p:txBody>
      </p:sp>
      <p:sp>
        <p:nvSpPr>
          <p:cNvPr id="5" name="TextBox 4">
            <a:extLst>
              <a:ext uri="{FF2B5EF4-FFF2-40B4-BE49-F238E27FC236}">
                <a16:creationId xmlns:a16="http://schemas.microsoft.com/office/drawing/2014/main" id="{CC0643A6-6956-EA00-DD7D-5713F8E02A36}"/>
              </a:ext>
            </a:extLst>
          </p:cNvPr>
          <p:cNvSpPr txBox="1"/>
          <p:nvPr/>
        </p:nvSpPr>
        <p:spPr>
          <a:xfrm>
            <a:off x="4245429" y="1132114"/>
            <a:ext cx="1042284" cy="307777"/>
          </a:xfrm>
          <a:prstGeom prst="rect">
            <a:avLst/>
          </a:prstGeom>
          <a:noFill/>
        </p:spPr>
        <p:txBody>
          <a:bodyPr wrap="square" rtlCol="0">
            <a:spAutoFit/>
          </a:bodyPr>
          <a:lstStyle/>
          <a:p>
            <a:r>
              <a:rPr lang="en-AU" dirty="0"/>
              <a:t>windmills</a:t>
            </a:r>
          </a:p>
        </p:txBody>
      </p:sp>
      <p:sp>
        <p:nvSpPr>
          <p:cNvPr id="6" name="TextBox 5">
            <a:extLst>
              <a:ext uri="{FF2B5EF4-FFF2-40B4-BE49-F238E27FC236}">
                <a16:creationId xmlns:a16="http://schemas.microsoft.com/office/drawing/2014/main" id="{66DF9CE9-9EEE-F824-B17A-22C5CBADC991}"/>
              </a:ext>
            </a:extLst>
          </p:cNvPr>
          <p:cNvSpPr txBox="1"/>
          <p:nvPr/>
        </p:nvSpPr>
        <p:spPr>
          <a:xfrm>
            <a:off x="4196005" y="3026027"/>
            <a:ext cx="1042284" cy="738664"/>
          </a:xfrm>
          <a:prstGeom prst="rect">
            <a:avLst/>
          </a:prstGeom>
          <a:noFill/>
        </p:spPr>
        <p:txBody>
          <a:bodyPr wrap="square" rtlCol="0">
            <a:spAutoFit/>
          </a:bodyPr>
          <a:lstStyle/>
          <a:p>
            <a:r>
              <a:rPr lang="en-AU" dirty="0"/>
              <a:t>Green bushes on buildings</a:t>
            </a:r>
          </a:p>
        </p:txBody>
      </p:sp>
      <p:sp>
        <p:nvSpPr>
          <p:cNvPr id="7" name="TextBox 6">
            <a:extLst>
              <a:ext uri="{FF2B5EF4-FFF2-40B4-BE49-F238E27FC236}">
                <a16:creationId xmlns:a16="http://schemas.microsoft.com/office/drawing/2014/main" id="{23D02593-36D7-BA79-04C0-06BBD542DE8C}"/>
              </a:ext>
            </a:extLst>
          </p:cNvPr>
          <p:cNvSpPr txBox="1"/>
          <p:nvPr/>
        </p:nvSpPr>
        <p:spPr>
          <a:xfrm>
            <a:off x="4196005" y="5486356"/>
            <a:ext cx="1042284" cy="307777"/>
          </a:xfrm>
          <a:prstGeom prst="rect">
            <a:avLst/>
          </a:prstGeom>
          <a:noFill/>
        </p:spPr>
        <p:txBody>
          <a:bodyPr wrap="square" rtlCol="0">
            <a:spAutoFit/>
          </a:bodyPr>
          <a:lstStyle/>
          <a:p>
            <a:r>
              <a:rPr lang="en-US" dirty="0"/>
              <a:t>Clean air</a:t>
            </a:r>
            <a:endParaRPr lang="en-AU" dirty="0"/>
          </a:p>
        </p:txBody>
      </p:sp>
      <p:sp>
        <p:nvSpPr>
          <p:cNvPr id="8" name="TextBox 7">
            <a:extLst>
              <a:ext uri="{FF2B5EF4-FFF2-40B4-BE49-F238E27FC236}">
                <a16:creationId xmlns:a16="http://schemas.microsoft.com/office/drawing/2014/main" id="{764A8F00-8735-8F7F-4B0B-D7113CF454D2}"/>
              </a:ext>
            </a:extLst>
          </p:cNvPr>
          <p:cNvSpPr txBox="1"/>
          <p:nvPr/>
        </p:nvSpPr>
        <p:spPr>
          <a:xfrm>
            <a:off x="7359267" y="5486356"/>
            <a:ext cx="1046603" cy="307777"/>
          </a:xfrm>
          <a:prstGeom prst="rect">
            <a:avLst/>
          </a:prstGeom>
          <a:noFill/>
        </p:spPr>
        <p:txBody>
          <a:bodyPr wrap="square" rtlCol="0">
            <a:spAutoFit/>
          </a:bodyPr>
          <a:lstStyle/>
          <a:p>
            <a:r>
              <a:rPr lang="en-US" dirty="0"/>
              <a:t>bridges</a:t>
            </a:r>
            <a:endParaRPr lang="en-AU" dirty="0"/>
          </a:p>
        </p:txBody>
      </p:sp>
      <p:sp>
        <p:nvSpPr>
          <p:cNvPr id="9" name="TextBox 8">
            <a:extLst>
              <a:ext uri="{FF2B5EF4-FFF2-40B4-BE49-F238E27FC236}">
                <a16:creationId xmlns:a16="http://schemas.microsoft.com/office/drawing/2014/main" id="{E9B50B93-2665-1EB8-2568-77A926003A3B}"/>
              </a:ext>
            </a:extLst>
          </p:cNvPr>
          <p:cNvSpPr txBox="1"/>
          <p:nvPr/>
        </p:nvSpPr>
        <p:spPr>
          <a:xfrm>
            <a:off x="10526397" y="5486356"/>
            <a:ext cx="1219200" cy="523220"/>
          </a:xfrm>
          <a:prstGeom prst="rect">
            <a:avLst/>
          </a:prstGeom>
          <a:noFill/>
        </p:spPr>
        <p:txBody>
          <a:bodyPr wrap="square" rtlCol="0">
            <a:spAutoFit/>
          </a:bodyPr>
          <a:lstStyle/>
          <a:p>
            <a:r>
              <a:rPr lang="en-US" dirty="0"/>
              <a:t>Sustainable buildings</a:t>
            </a:r>
            <a:endParaRPr lang="en-A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7"/>
          <p:cNvSpPr/>
          <p:nvPr/>
        </p:nvSpPr>
        <p:spPr>
          <a:xfrm>
            <a:off x="320353" y="0"/>
            <a:ext cx="11871482"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36" name="Google Shape;236;p7"/>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37" name="Google Shape;237;p7"/>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238" name="Google Shape;238;p7"/>
          <p:cNvSpPr txBox="1"/>
          <p:nvPr/>
        </p:nvSpPr>
        <p:spPr>
          <a:xfrm>
            <a:off x="5497853" y="146245"/>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b="1">
                <a:solidFill>
                  <a:schemeClr val="lt1"/>
                </a:solidFill>
                <a:latin typeface="Arial"/>
                <a:ea typeface="Arial"/>
                <a:cs typeface="Arial"/>
                <a:sym typeface="Arial"/>
              </a:rPr>
              <a:t>Future Challenges</a:t>
            </a:r>
            <a:endParaRPr sz="2000" b="1">
              <a:solidFill>
                <a:schemeClr val="lt1"/>
              </a:solidFill>
              <a:latin typeface="Arial"/>
              <a:ea typeface="Arial"/>
              <a:cs typeface="Arial"/>
              <a:sym typeface="Arial"/>
            </a:endParaRPr>
          </a:p>
        </p:txBody>
      </p:sp>
      <p:sp>
        <p:nvSpPr>
          <p:cNvPr id="239" name="Google Shape;239;p7"/>
          <p:cNvSpPr txBox="1"/>
          <p:nvPr/>
        </p:nvSpPr>
        <p:spPr>
          <a:xfrm>
            <a:off x="669763" y="849170"/>
            <a:ext cx="2802749" cy="27535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1330"/>
              <a:buFont typeface="Arial"/>
              <a:buNone/>
            </a:pPr>
            <a:r>
              <a:rPr lang="en-GB" sz="1330">
                <a:solidFill>
                  <a:srgbClr val="000000"/>
                </a:solidFill>
                <a:latin typeface="Arial"/>
                <a:ea typeface="Arial"/>
                <a:cs typeface="Arial"/>
                <a:sym typeface="Arial"/>
              </a:rPr>
              <a:t>Reflect on the suggested challenges facing your town's future and provide detailed explanations on why you think these issues will be challenging to tackle.</a:t>
            </a:r>
            <a:endParaRPr/>
          </a:p>
          <a:p>
            <a:pPr marL="0" marR="0" lvl="0" indent="0" algn="l" rtl="0">
              <a:spcBef>
                <a:spcPts val="0"/>
              </a:spcBef>
              <a:spcAft>
                <a:spcPts val="0"/>
              </a:spcAft>
              <a:buClr>
                <a:srgbClr val="000000"/>
              </a:buClr>
              <a:buSzPts val="1330"/>
              <a:buFont typeface="Arial"/>
              <a:buNone/>
            </a:pPr>
            <a:br>
              <a:rPr lang="en-GB" sz="1330">
                <a:solidFill>
                  <a:srgbClr val="000000"/>
                </a:solidFill>
                <a:latin typeface="Arial"/>
                <a:ea typeface="Arial"/>
                <a:cs typeface="Arial"/>
                <a:sym typeface="Arial"/>
              </a:rPr>
            </a:br>
            <a:r>
              <a:rPr lang="en-GB" sz="1330">
                <a:solidFill>
                  <a:srgbClr val="000000"/>
                </a:solidFill>
                <a:latin typeface="Arial"/>
                <a:ea typeface="Arial"/>
                <a:cs typeface="Arial"/>
                <a:sym typeface="Arial"/>
              </a:rPr>
              <a:t>Feel free to explore as many concepts as you wish before deciding on a specific area to concentrate on during the subsequent stages of the design process.</a:t>
            </a:r>
            <a:endParaRPr/>
          </a:p>
          <a:p>
            <a:pPr marL="0" marR="0" lvl="0" indent="0" algn="l" rtl="0">
              <a:spcBef>
                <a:spcPts val="0"/>
              </a:spcBef>
              <a:spcAft>
                <a:spcPts val="0"/>
              </a:spcAft>
              <a:buClr>
                <a:srgbClr val="000000"/>
              </a:buClr>
              <a:buSzPts val="1330"/>
              <a:buFont typeface="Arial"/>
              <a:buNone/>
            </a:pPr>
            <a:br>
              <a:rPr lang="en-GB" sz="1330">
                <a:solidFill>
                  <a:srgbClr val="000000"/>
                </a:solidFill>
                <a:latin typeface="Arial"/>
                <a:ea typeface="Arial"/>
                <a:cs typeface="Arial"/>
                <a:sym typeface="Arial"/>
              </a:rPr>
            </a:br>
            <a:endParaRPr sz="1333">
              <a:solidFill>
                <a:schemeClr val="dk1"/>
              </a:solidFill>
              <a:latin typeface="Arial"/>
              <a:ea typeface="Arial"/>
              <a:cs typeface="Arial"/>
              <a:sym typeface="Arial"/>
            </a:endParaRPr>
          </a:p>
        </p:txBody>
      </p:sp>
      <p:graphicFrame>
        <p:nvGraphicFramePr>
          <p:cNvPr id="240" name="Google Shape;240;p7"/>
          <p:cNvGraphicFramePr/>
          <p:nvPr>
            <p:extLst>
              <p:ext uri="{D42A27DB-BD31-4B8C-83A1-F6EECF244321}">
                <p14:modId xmlns:p14="http://schemas.microsoft.com/office/powerpoint/2010/main" val="2534621726"/>
              </p:ext>
            </p:extLst>
          </p:nvPr>
        </p:nvGraphicFramePr>
        <p:xfrm>
          <a:off x="3947745" y="720658"/>
          <a:ext cx="7675975" cy="5846125"/>
        </p:xfrm>
        <a:graphic>
          <a:graphicData uri="http://schemas.openxmlformats.org/drawingml/2006/table">
            <a:tbl>
              <a:tblPr>
                <a:noFill/>
                <a:tableStyleId>{7FB279D3-E1D9-4619-B171-F6227F3B06D3}</a:tableStyleId>
              </a:tblPr>
              <a:tblGrid>
                <a:gridCol w="1362800">
                  <a:extLst>
                    <a:ext uri="{9D8B030D-6E8A-4147-A177-3AD203B41FA5}">
                      <a16:colId xmlns:a16="http://schemas.microsoft.com/office/drawing/2014/main" val="20000"/>
                    </a:ext>
                  </a:extLst>
                </a:gridCol>
                <a:gridCol w="2743950">
                  <a:extLst>
                    <a:ext uri="{9D8B030D-6E8A-4147-A177-3AD203B41FA5}">
                      <a16:colId xmlns:a16="http://schemas.microsoft.com/office/drawing/2014/main" val="20001"/>
                    </a:ext>
                  </a:extLst>
                </a:gridCol>
                <a:gridCol w="3569225">
                  <a:extLst>
                    <a:ext uri="{9D8B030D-6E8A-4147-A177-3AD203B41FA5}">
                      <a16:colId xmlns:a16="http://schemas.microsoft.com/office/drawing/2014/main" val="20002"/>
                    </a:ext>
                  </a:extLst>
                </a:gridCol>
              </a:tblGrid>
              <a:tr h="811400">
                <a:tc>
                  <a:txBody>
                    <a:bodyPr/>
                    <a:lstStyle/>
                    <a:p>
                      <a:pPr marL="0" marR="0" lvl="0" indent="0" algn="ctr" rtl="0">
                        <a:spcBef>
                          <a:spcPts val="0"/>
                        </a:spcBef>
                        <a:spcAft>
                          <a:spcPts val="0"/>
                        </a:spcAft>
                        <a:buNone/>
                      </a:pPr>
                      <a:r>
                        <a:rPr lang="en-GB" sz="1100" b="1" u="none" strike="noStrike" cap="none"/>
                        <a:t>Challenge Category</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b="1" u="none" strike="noStrike" cap="none"/>
                        <a:t>Specific Challenge (2050)</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b="1" u="none" strike="noStrike" cap="none"/>
                        <a:t>Why Will This Be a Challenge?</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6030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Economic</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Fewer businesses in town</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100" b="0" i="0" u="none" strike="noStrike" cap="none" dirty="0">
                          <a:solidFill>
                            <a:srgbClr val="000000"/>
                          </a:solidFill>
                          <a:latin typeface="Arial"/>
                          <a:ea typeface="Arial"/>
                          <a:cs typeface="Arial"/>
                          <a:sym typeface="Arial"/>
                        </a:rPr>
                        <a:t>Less resources </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Economic</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Limited Infrastructure</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100" b="0" i="0" u="none" strike="noStrike" cap="none">
                          <a:solidFill>
                            <a:srgbClr val="000000"/>
                          </a:solidFill>
                          <a:latin typeface="Arial"/>
                          <a:ea typeface="Arial"/>
                          <a:cs typeface="Arial"/>
                          <a:sym typeface="Arial"/>
                        </a:rPr>
                        <a:t>Less pollution</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512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Social</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Young people moving to cities for work</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More bad gases polluting air</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Social</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Lack of affordable housing</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More homeless people</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Social</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Mental health issues</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People are very stressed</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680425">
                <a:tc>
                  <a:txBody>
                    <a:bodyPr/>
                    <a:lstStyle/>
                    <a:p>
                      <a:pPr marL="0" marR="0" lvl="0" indent="0" algn="ctr" rtl="0">
                        <a:spcBef>
                          <a:spcPts val="0"/>
                        </a:spcBef>
                        <a:spcAft>
                          <a:spcPts val="0"/>
                        </a:spcAft>
                        <a:buNone/>
                      </a:pPr>
                      <a:r>
                        <a:rPr lang="en-GB" sz="1100" b="1" u="none" strike="noStrike" cap="none"/>
                        <a:t>Environmental</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More extreme weather (fires, storms, floods)</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Ruining buildings so you must rebuild them and use more resources </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Environmental</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Loss of nature &amp; wildlife</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Animals have no where to live</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Environmental</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Too much waste &amp; pollution</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Polluted streets and unhealthy living areas</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grpSp>
        <p:nvGrpSpPr>
          <p:cNvPr id="241" name="Google Shape;241;p7"/>
          <p:cNvGrpSpPr/>
          <p:nvPr/>
        </p:nvGrpSpPr>
        <p:grpSpPr>
          <a:xfrm>
            <a:off x="-83523" y="0"/>
            <a:ext cx="493925" cy="6858300"/>
            <a:chOff x="-83523" y="0"/>
            <a:chExt cx="493925" cy="6858300"/>
          </a:xfrm>
        </p:grpSpPr>
        <p:sp>
          <p:nvSpPr>
            <p:cNvPr id="242" name="Google Shape;242;p7"/>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3" name="Google Shape;243;p7"/>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4" name="Google Shape;244;p7"/>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5" name="Google Shape;245;p7"/>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6" name="Google Shape;246;p7"/>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7" name="Google Shape;247;p7"/>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248" name="Google Shape;248;p7"/>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249" name="Google Shape;249;p7"/>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250" name="Google Shape;250;p7"/>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251" name="Google Shape;251;p7"/>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8"/>
          <p:cNvSpPr/>
          <p:nvPr/>
        </p:nvSpPr>
        <p:spPr>
          <a:xfrm>
            <a:off x="320353" y="0"/>
            <a:ext cx="11871482"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57" name="Google Shape;257;p8"/>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58" name="Google Shape;258;p8"/>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grpSp>
        <p:nvGrpSpPr>
          <p:cNvPr id="259" name="Google Shape;259;p8"/>
          <p:cNvGrpSpPr/>
          <p:nvPr/>
        </p:nvGrpSpPr>
        <p:grpSpPr>
          <a:xfrm>
            <a:off x="3965801" y="802794"/>
            <a:ext cx="7756300" cy="5734841"/>
            <a:chOff x="2974350" y="752476"/>
            <a:chExt cx="5817225" cy="4150750"/>
          </a:xfrm>
        </p:grpSpPr>
        <p:sp>
          <p:nvSpPr>
            <p:cNvPr id="260" name="Google Shape;260;p8"/>
            <p:cNvSpPr/>
            <p:nvPr/>
          </p:nvSpPr>
          <p:spPr>
            <a:xfrm>
              <a:off x="4183666" y="752476"/>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1067">
                  <a:solidFill>
                    <a:schemeClr val="dk1"/>
                  </a:solidFill>
                  <a:latin typeface="Arial"/>
                  <a:ea typeface="Arial"/>
                  <a:cs typeface="Arial"/>
                  <a:sym typeface="Arial"/>
                </a:rPr>
                <a:t>Fire Threat</a:t>
              </a:r>
              <a:endParaRPr sz="1067">
                <a:solidFill>
                  <a:schemeClr val="dk1"/>
                </a:solidFill>
                <a:latin typeface="Arial"/>
                <a:ea typeface="Arial"/>
                <a:cs typeface="Arial"/>
                <a:sym typeface="Arial"/>
              </a:endParaRPr>
            </a:p>
          </p:txBody>
        </p:sp>
        <p:sp>
          <p:nvSpPr>
            <p:cNvPr id="261" name="Google Shape;261;p8"/>
            <p:cNvSpPr/>
            <p:nvPr/>
          </p:nvSpPr>
          <p:spPr>
            <a:xfrm>
              <a:off x="2974350" y="754398"/>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1067">
                  <a:solidFill>
                    <a:schemeClr val="dk1"/>
                  </a:solidFill>
                  <a:latin typeface="Arial"/>
                  <a:ea typeface="Arial"/>
                  <a:cs typeface="Arial"/>
                  <a:sym typeface="Arial"/>
                </a:rPr>
                <a:t>Storms</a:t>
              </a:r>
              <a:endParaRPr sz="1067">
                <a:solidFill>
                  <a:schemeClr val="dk1"/>
                </a:solidFill>
                <a:latin typeface="Arial"/>
                <a:ea typeface="Arial"/>
                <a:cs typeface="Arial"/>
                <a:sym typeface="Arial"/>
              </a:endParaRPr>
            </a:p>
          </p:txBody>
        </p:sp>
        <p:sp>
          <p:nvSpPr>
            <p:cNvPr id="262" name="Google Shape;262;p8"/>
            <p:cNvSpPr/>
            <p:nvPr/>
          </p:nvSpPr>
          <p:spPr>
            <a:xfrm>
              <a:off x="2977596" y="1840922"/>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1067">
                  <a:solidFill>
                    <a:schemeClr val="dk1"/>
                  </a:solidFill>
                  <a:latin typeface="Arial"/>
                  <a:ea typeface="Arial"/>
                  <a:cs typeface="Arial"/>
                  <a:sym typeface="Arial"/>
                </a:rPr>
                <a:t>Floods</a:t>
              </a:r>
              <a:endParaRPr/>
            </a:p>
          </p:txBody>
        </p:sp>
        <p:cxnSp>
          <p:nvCxnSpPr>
            <p:cNvPr id="263" name="Google Shape;263;p8"/>
            <p:cNvCxnSpPr/>
            <p:nvPr/>
          </p:nvCxnSpPr>
          <p:spPr>
            <a:xfrm>
              <a:off x="4828196" y="2180786"/>
              <a:ext cx="914458" cy="504691"/>
            </a:xfrm>
            <a:prstGeom prst="straightConnector1">
              <a:avLst/>
            </a:prstGeom>
            <a:noFill/>
            <a:ln w="19050" cap="flat" cmpd="sng">
              <a:solidFill>
                <a:schemeClr val="lt1"/>
              </a:solidFill>
              <a:prstDash val="solid"/>
              <a:miter lim="800000"/>
              <a:headEnd type="none" w="sm" len="sm"/>
              <a:tailEnd type="none" w="sm" len="sm"/>
            </a:ln>
          </p:spPr>
        </p:cxnSp>
        <p:cxnSp>
          <p:nvCxnSpPr>
            <p:cNvPr id="264" name="Google Shape;264;p8"/>
            <p:cNvCxnSpPr>
              <a:endCxn id="260" idx="2"/>
            </p:cNvCxnSpPr>
            <p:nvPr/>
          </p:nvCxnSpPr>
          <p:spPr>
            <a:xfrm rot="10800000">
              <a:off x="4664483" y="1152676"/>
              <a:ext cx="0" cy="561600"/>
            </a:xfrm>
            <a:prstGeom prst="straightConnector1">
              <a:avLst/>
            </a:prstGeom>
            <a:noFill/>
            <a:ln w="19050" cap="flat" cmpd="sng">
              <a:solidFill>
                <a:schemeClr val="lt1"/>
              </a:solidFill>
              <a:prstDash val="solid"/>
              <a:miter lim="800000"/>
              <a:headEnd type="none" w="sm" len="sm"/>
              <a:tailEnd type="none" w="sm" len="sm"/>
            </a:ln>
          </p:spPr>
        </p:cxnSp>
        <p:cxnSp>
          <p:nvCxnSpPr>
            <p:cNvPr id="265" name="Google Shape;265;p8"/>
            <p:cNvCxnSpPr/>
            <p:nvPr/>
          </p:nvCxnSpPr>
          <p:spPr>
            <a:xfrm>
              <a:off x="3869581" y="2022373"/>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66" name="Google Shape;266;p8"/>
            <p:cNvCxnSpPr>
              <a:endCxn id="261" idx="2"/>
            </p:cNvCxnSpPr>
            <p:nvPr/>
          </p:nvCxnSpPr>
          <p:spPr>
            <a:xfrm rot="10800000">
              <a:off x="3455167" y="1154598"/>
              <a:ext cx="832800" cy="673200"/>
            </a:xfrm>
            <a:prstGeom prst="straightConnector1">
              <a:avLst/>
            </a:prstGeom>
            <a:noFill/>
            <a:ln w="19050" cap="flat" cmpd="sng">
              <a:solidFill>
                <a:schemeClr val="lt1"/>
              </a:solidFill>
              <a:prstDash val="solid"/>
              <a:miter lim="800000"/>
              <a:headEnd type="none" w="sm" len="sm"/>
              <a:tailEnd type="none" w="sm" len="sm"/>
            </a:ln>
          </p:spPr>
        </p:cxnSp>
        <p:cxnSp>
          <p:nvCxnSpPr>
            <p:cNvPr id="267" name="Google Shape;267;p8"/>
            <p:cNvCxnSpPr/>
            <p:nvPr/>
          </p:nvCxnSpPr>
          <p:spPr>
            <a:xfrm rot="10800000" flipH="1">
              <a:off x="4837094" y="2748515"/>
              <a:ext cx="905560" cy="611521"/>
            </a:xfrm>
            <a:prstGeom prst="straightConnector1">
              <a:avLst/>
            </a:prstGeom>
            <a:noFill/>
            <a:ln w="19050" cap="flat" cmpd="sng">
              <a:solidFill>
                <a:schemeClr val="lt1"/>
              </a:solidFill>
              <a:prstDash val="solid"/>
              <a:miter lim="800000"/>
              <a:headEnd type="none" w="sm" len="sm"/>
              <a:tailEnd type="none" w="sm" len="sm"/>
            </a:ln>
          </p:spPr>
        </p:cxnSp>
        <p:sp>
          <p:nvSpPr>
            <p:cNvPr id="268" name="Google Shape;268;p8"/>
            <p:cNvSpPr/>
            <p:nvPr/>
          </p:nvSpPr>
          <p:spPr>
            <a:xfrm rot="10800000" flipH="1">
              <a:off x="4186710" y="4503026"/>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endParaRPr sz="1067" dirty="0">
                <a:solidFill>
                  <a:schemeClr val="dk1"/>
                </a:solidFill>
                <a:latin typeface="Arial"/>
                <a:ea typeface="Arial"/>
                <a:cs typeface="Arial"/>
                <a:sym typeface="Arial"/>
              </a:endParaRPr>
            </a:p>
          </p:txBody>
        </p:sp>
        <p:cxnSp>
          <p:nvCxnSpPr>
            <p:cNvPr id="269" name="Google Shape;269;p8"/>
            <p:cNvCxnSpPr>
              <a:endCxn id="268" idx="2"/>
            </p:cNvCxnSpPr>
            <p:nvPr/>
          </p:nvCxnSpPr>
          <p:spPr>
            <a:xfrm>
              <a:off x="4667359" y="3941426"/>
              <a:ext cx="0" cy="561600"/>
            </a:xfrm>
            <a:prstGeom prst="straightConnector1">
              <a:avLst/>
            </a:prstGeom>
            <a:noFill/>
            <a:ln w="19050" cap="flat" cmpd="sng">
              <a:solidFill>
                <a:schemeClr val="lt1"/>
              </a:solidFill>
              <a:prstDash val="solid"/>
              <a:miter lim="800000"/>
              <a:headEnd type="none" w="sm" len="sm"/>
              <a:tailEnd type="none" w="sm" len="sm"/>
            </a:ln>
          </p:spPr>
        </p:cxnSp>
        <p:cxnSp>
          <p:nvCxnSpPr>
            <p:cNvPr id="270" name="Google Shape;270;p8"/>
            <p:cNvCxnSpPr/>
            <p:nvPr/>
          </p:nvCxnSpPr>
          <p:spPr>
            <a:xfrm>
              <a:off x="3872719" y="3633329"/>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71" name="Google Shape;271;p8"/>
            <p:cNvCxnSpPr>
              <a:endCxn id="272" idx="2"/>
            </p:cNvCxnSpPr>
            <p:nvPr/>
          </p:nvCxnSpPr>
          <p:spPr>
            <a:xfrm flipH="1">
              <a:off x="3458406" y="3827904"/>
              <a:ext cx="832500" cy="673200"/>
            </a:xfrm>
            <a:prstGeom prst="straightConnector1">
              <a:avLst/>
            </a:prstGeom>
            <a:noFill/>
            <a:ln w="19050" cap="flat" cmpd="sng">
              <a:solidFill>
                <a:schemeClr val="lt1"/>
              </a:solidFill>
              <a:prstDash val="solid"/>
              <a:miter lim="800000"/>
              <a:headEnd type="none" w="sm" len="sm"/>
              <a:tailEnd type="none" w="sm" len="sm"/>
            </a:ln>
          </p:spPr>
        </p:cxnSp>
        <p:sp>
          <p:nvSpPr>
            <p:cNvPr id="272" name="Google Shape;272;p8"/>
            <p:cNvSpPr/>
            <p:nvPr/>
          </p:nvSpPr>
          <p:spPr>
            <a:xfrm rot="10800000" flipH="1">
              <a:off x="2977757" y="4501104"/>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endParaRPr sz="1067">
                <a:solidFill>
                  <a:schemeClr val="dk1"/>
                </a:solidFill>
                <a:latin typeface="Arial"/>
                <a:ea typeface="Arial"/>
                <a:cs typeface="Arial"/>
                <a:sym typeface="Arial"/>
              </a:endParaRPr>
            </a:p>
          </p:txBody>
        </p:sp>
        <p:sp>
          <p:nvSpPr>
            <p:cNvPr id="273" name="Google Shape;273;p8"/>
            <p:cNvSpPr/>
            <p:nvPr/>
          </p:nvSpPr>
          <p:spPr>
            <a:xfrm rot="10800000" flipH="1">
              <a:off x="2981002" y="3414580"/>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endParaRPr sz="1067" dirty="0">
                <a:solidFill>
                  <a:schemeClr val="dk1"/>
                </a:solidFill>
                <a:latin typeface="Arial"/>
                <a:ea typeface="Arial"/>
                <a:cs typeface="Arial"/>
                <a:sym typeface="Arial"/>
              </a:endParaRPr>
            </a:p>
          </p:txBody>
        </p:sp>
        <p:sp>
          <p:nvSpPr>
            <p:cNvPr id="274" name="Google Shape;274;p8"/>
            <p:cNvSpPr/>
            <p:nvPr/>
          </p:nvSpPr>
          <p:spPr>
            <a:xfrm>
              <a:off x="4183666" y="1658406"/>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1800">
                  <a:solidFill>
                    <a:schemeClr val="dk1"/>
                  </a:solidFill>
                  <a:latin typeface="Arial"/>
                  <a:ea typeface="Arial"/>
                  <a:cs typeface="Arial"/>
                  <a:sym typeface="Arial"/>
                </a:rPr>
                <a:t>Extreme Weather</a:t>
              </a:r>
              <a:endParaRPr sz="1800">
                <a:solidFill>
                  <a:schemeClr val="dk1"/>
                </a:solidFill>
                <a:latin typeface="Arial"/>
                <a:ea typeface="Arial"/>
                <a:cs typeface="Arial"/>
                <a:sym typeface="Arial"/>
              </a:endParaRPr>
            </a:p>
          </p:txBody>
        </p:sp>
        <p:sp>
          <p:nvSpPr>
            <p:cNvPr id="275" name="Google Shape;275;p8"/>
            <p:cNvSpPr/>
            <p:nvPr/>
          </p:nvSpPr>
          <p:spPr>
            <a:xfrm>
              <a:off x="4160793" y="3294894"/>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067" dirty="0">
                  <a:solidFill>
                    <a:schemeClr val="dk1"/>
                  </a:solidFill>
                  <a:latin typeface="Arial"/>
                  <a:ea typeface="Arial"/>
                  <a:cs typeface="Arial"/>
                  <a:sym typeface="Arial"/>
                </a:rPr>
                <a:t>Population growth</a:t>
              </a:r>
              <a:endParaRPr sz="1067" dirty="0">
                <a:solidFill>
                  <a:schemeClr val="dk1"/>
                </a:solidFill>
                <a:latin typeface="Arial"/>
                <a:ea typeface="Arial"/>
                <a:cs typeface="Arial"/>
                <a:sym typeface="Arial"/>
              </a:endParaRPr>
            </a:p>
          </p:txBody>
        </p:sp>
        <p:sp>
          <p:nvSpPr>
            <p:cNvPr id="276" name="Google Shape;276;p8"/>
            <p:cNvSpPr/>
            <p:nvPr/>
          </p:nvSpPr>
          <p:spPr>
            <a:xfrm flipH="1">
              <a:off x="6620626" y="752476"/>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endParaRPr sz="1067">
                <a:solidFill>
                  <a:schemeClr val="dk1"/>
                </a:solidFill>
                <a:latin typeface="Arial"/>
                <a:ea typeface="Arial"/>
                <a:cs typeface="Arial"/>
                <a:sym typeface="Arial"/>
              </a:endParaRPr>
            </a:p>
          </p:txBody>
        </p:sp>
        <p:sp>
          <p:nvSpPr>
            <p:cNvPr id="277" name="Google Shape;277;p8"/>
            <p:cNvSpPr/>
            <p:nvPr/>
          </p:nvSpPr>
          <p:spPr>
            <a:xfrm flipH="1">
              <a:off x="7829942" y="754398"/>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endParaRPr sz="1067">
                <a:solidFill>
                  <a:schemeClr val="dk1"/>
                </a:solidFill>
                <a:latin typeface="Arial"/>
                <a:ea typeface="Arial"/>
                <a:cs typeface="Arial"/>
                <a:sym typeface="Arial"/>
              </a:endParaRPr>
            </a:p>
          </p:txBody>
        </p:sp>
        <p:sp>
          <p:nvSpPr>
            <p:cNvPr id="278" name="Google Shape;278;p8"/>
            <p:cNvSpPr/>
            <p:nvPr/>
          </p:nvSpPr>
          <p:spPr>
            <a:xfrm flipH="1">
              <a:off x="7826696" y="1840922"/>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endParaRPr sz="1067">
                <a:solidFill>
                  <a:schemeClr val="dk1"/>
                </a:solidFill>
                <a:latin typeface="Arial"/>
                <a:ea typeface="Arial"/>
                <a:cs typeface="Arial"/>
                <a:sym typeface="Arial"/>
              </a:endParaRPr>
            </a:p>
          </p:txBody>
        </p:sp>
        <p:cxnSp>
          <p:nvCxnSpPr>
            <p:cNvPr id="279" name="Google Shape;279;p8"/>
            <p:cNvCxnSpPr/>
            <p:nvPr/>
          </p:nvCxnSpPr>
          <p:spPr>
            <a:xfrm flipH="1">
              <a:off x="6023271" y="2180786"/>
              <a:ext cx="914458" cy="504691"/>
            </a:xfrm>
            <a:prstGeom prst="straightConnector1">
              <a:avLst/>
            </a:prstGeom>
            <a:noFill/>
            <a:ln w="19050" cap="flat" cmpd="sng">
              <a:solidFill>
                <a:schemeClr val="lt1"/>
              </a:solidFill>
              <a:prstDash val="solid"/>
              <a:miter lim="800000"/>
              <a:headEnd type="none" w="sm" len="sm"/>
              <a:tailEnd type="none" w="sm" len="sm"/>
            </a:ln>
          </p:spPr>
        </p:cxnSp>
        <p:cxnSp>
          <p:nvCxnSpPr>
            <p:cNvPr id="280" name="Google Shape;280;p8"/>
            <p:cNvCxnSpPr>
              <a:endCxn id="276" idx="2"/>
            </p:cNvCxnSpPr>
            <p:nvPr/>
          </p:nvCxnSpPr>
          <p:spPr>
            <a:xfrm rot="10800000">
              <a:off x="7101443" y="1152676"/>
              <a:ext cx="0" cy="561600"/>
            </a:xfrm>
            <a:prstGeom prst="straightConnector1">
              <a:avLst/>
            </a:prstGeom>
            <a:noFill/>
            <a:ln w="19050" cap="flat" cmpd="sng">
              <a:solidFill>
                <a:schemeClr val="lt1"/>
              </a:solidFill>
              <a:prstDash val="solid"/>
              <a:miter lim="800000"/>
              <a:headEnd type="none" w="sm" len="sm"/>
              <a:tailEnd type="none" w="sm" len="sm"/>
            </a:ln>
          </p:spPr>
        </p:cxnSp>
        <p:cxnSp>
          <p:nvCxnSpPr>
            <p:cNvPr id="281" name="Google Shape;281;p8"/>
            <p:cNvCxnSpPr/>
            <p:nvPr/>
          </p:nvCxnSpPr>
          <p:spPr>
            <a:xfrm rot="10800000">
              <a:off x="7572330" y="2022373"/>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82" name="Google Shape;282;p8"/>
            <p:cNvCxnSpPr>
              <a:endCxn id="277" idx="2"/>
            </p:cNvCxnSpPr>
            <p:nvPr/>
          </p:nvCxnSpPr>
          <p:spPr>
            <a:xfrm rot="10800000" flipH="1">
              <a:off x="7477959" y="1154598"/>
              <a:ext cx="832800" cy="673200"/>
            </a:xfrm>
            <a:prstGeom prst="straightConnector1">
              <a:avLst/>
            </a:prstGeom>
            <a:noFill/>
            <a:ln w="19050" cap="flat" cmpd="sng">
              <a:solidFill>
                <a:schemeClr val="lt1"/>
              </a:solidFill>
              <a:prstDash val="solid"/>
              <a:miter lim="800000"/>
              <a:headEnd type="none" w="sm" len="sm"/>
              <a:tailEnd type="none" w="sm" len="sm"/>
            </a:ln>
          </p:spPr>
        </p:cxnSp>
        <p:cxnSp>
          <p:nvCxnSpPr>
            <p:cNvPr id="283" name="Google Shape;283;p8"/>
            <p:cNvCxnSpPr/>
            <p:nvPr/>
          </p:nvCxnSpPr>
          <p:spPr>
            <a:xfrm rot="10800000">
              <a:off x="6023271" y="2748515"/>
              <a:ext cx="905560" cy="611521"/>
            </a:xfrm>
            <a:prstGeom prst="straightConnector1">
              <a:avLst/>
            </a:prstGeom>
            <a:noFill/>
            <a:ln w="19050" cap="flat" cmpd="sng">
              <a:solidFill>
                <a:schemeClr val="lt1"/>
              </a:solidFill>
              <a:prstDash val="solid"/>
              <a:miter lim="800000"/>
              <a:headEnd type="none" w="sm" len="sm"/>
              <a:tailEnd type="none" w="sm" len="sm"/>
            </a:ln>
          </p:spPr>
        </p:cxnSp>
        <p:sp>
          <p:nvSpPr>
            <p:cNvPr id="284" name="Google Shape;284;p8"/>
            <p:cNvSpPr/>
            <p:nvPr/>
          </p:nvSpPr>
          <p:spPr>
            <a:xfrm rot="10800000">
              <a:off x="6617917" y="4503026"/>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endParaRPr sz="1067">
                <a:solidFill>
                  <a:schemeClr val="dk1"/>
                </a:solidFill>
                <a:latin typeface="Arial"/>
                <a:ea typeface="Arial"/>
                <a:cs typeface="Arial"/>
                <a:sym typeface="Arial"/>
              </a:endParaRPr>
            </a:p>
          </p:txBody>
        </p:sp>
        <p:cxnSp>
          <p:nvCxnSpPr>
            <p:cNvPr id="285" name="Google Shape;285;p8"/>
            <p:cNvCxnSpPr>
              <a:endCxn id="284" idx="2"/>
            </p:cNvCxnSpPr>
            <p:nvPr/>
          </p:nvCxnSpPr>
          <p:spPr>
            <a:xfrm>
              <a:off x="7098566" y="3941426"/>
              <a:ext cx="0" cy="561600"/>
            </a:xfrm>
            <a:prstGeom prst="straightConnector1">
              <a:avLst/>
            </a:prstGeom>
            <a:noFill/>
            <a:ln w="19050" cap="flat" cmpd="sng">
              <a:solidFill>
                <a:schemeClr val="lt1"/>
              </a:solidFill>
              <a:prstDash val="solid"/>
              <a:miter lim="800000"/>
              <a:headEnd type="none" w="sm" len="sm"/>
              <a:tailEnd type="none" w="sm" len="sm"/>
            </a:ln>
          </p:spPr>
        </p:cxnSp>
        <p:cxnSp>
          <p:nvCxnSpPr>
            <p:cNvPr id="286" name="Google Shape;286;p8"/>
            <p:cNvCxnSpPr/>
            <p:nvPr/>
          </p:nvCxnSpPr>
          <p:spPr>
            <a:xfrm rot="10800000">
              <a:off x="7569192" y="3633329"/>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87" name="Google Shape;287;p8"/>
            <p:cNvCxnSpPr>
              <a:endCxn id="288" idx="2"/>
            </p:cNvCxnSpPr>
            <p:nvPr/>
          </p:nvCxnSpPr>
          <p:spPr>
            <a:xfrm>
              <a:off x="7475020" y="3827904"/>
              <a:ext cx="832500" cy="673200"/>
            </a:xfrm>
            <a:prstGeom prst="straightConnector1">
              <a:avLst/>
            </a:prstGeom>
            <a:noFill/>
            <a:ln w="19050" cap="flat" cmpd="sng">
              <a:solidFill>
                <a:schemeClr val="lt1"/>
              </a:solidFill>
              <a:prstDash val="solid"/>
              <a:miter lim="800000"/>
              <a:headEnd type="none" w="sm" len="sm"/>
              <a:tailEnd type="none" w="sm" len="sm"/>
            </a:ln>
          </p:spPr>
        </p:cxnSp>
        <p:sp>
          <p:nvSpPr>
            <p:cNvPr id="288" name="Google Shape;288;p8"/>
            <p:cNvSpPr/>
            <p:nvPr/>
          </p:nvSpPr>
          <p:spPr>
            <a:xfrm rot="10800000">
              <a:off x="7826871" y="4501104"/>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endParaRPr sz="1067">
                <a:solidFill>
                  <a:schemeClr val="dk1"/>
                </a:solidFill>
                <a:latin typeface="Arial"/>
                <a:ea typeface="Arial"/>
                <a:cs typeface="Arial"/>
                <a:sym typeface="Arial"/>
              </a:endParaRPr>
            </a:p>
          </p:txBody>
        </p:sp>
        <p:sp>
          <p:nvSpPr>
            <p:cNvPr id="289" name="Google Shape;289;p8"/>
            <p:cNvSpPr/>
            <p:nvPr/>
          </p:nvSpPr>
          <p:spPr>
            <a:xfrm rot="10800000">
              <a:off x="7823626" y="3414580"/>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endParaRPr sz="1067">
                <a:solidFill>
                  <a:schemeClr val="dk1"/>
                </a:solidFill>
                <a:latin typeface="Arial"/>
                <a:ea typeface="Arial"/>
                <a:cs typeface="Arial"/>
                <a:sym typeface="Arial"/>
              </a:endParaRPr>
            </a:p>
          </p:txBody>
        </p:sp>
        <p:sp>
          <p:nvSpPr>
            <p:cNvPr id="290" name="Google Shape;290;p8"/>
            <p:cNvSpPr/>
            <p:nvPr/>
          </p:nvSpPr>
          <p:spPr>
            <a:xfrm flipH="1">
              <a:off x="6620626" y="1658406"/>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067" dirty="0">
                  <a:solidFill>
                    <a:schemeClr val="dk1"/>
                  </a:solidFill>
                  <a:latin typeface="Arial"/>
                  <a:ea typeface="Arial"/>
                  <a:cs typeface="Arial"/>
                  <a:sym typeface="Arial"/>
                </a:rPr>
                <a:t>Health and community</a:t>
              </a:r>
              <a:endParaRPr sz="1067" dirty="0">
                <a:solidFill>
                  <a:schemeClr val="dk1"/>
                </a:solidFill>
                <a:latin typeface="Arial"/>
                <a:ea typeface="Arial"/>
                <a:cs typeface="Arial"/>
                <a:sym typeface="Arial"/>
              </a:endParaRPr>
            </a:p>
          </p:txBody>
        </p:sp>
        <p:sp>
          <p:nvSpPr>
            <p:cNvPr id="291" name="Google Shape;291;p8"/>
            <p:cNvSpPr/>
            <p:nvPr/>
          </p:nvSpPr>
          <p:spPr>
            <a:xfrm flipH="1">
              <a:off x="6643499" y="3294894"/>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067" dirty="0">
                  <a:solidFill>
                    <a:schemeClr val="dk1"/>
                  </a:solidFill>
                  <a:latin typeface="Arial"/>
                  <a:ea typeface="Arial"/>
                  <a:cs typeface="Arial"/>
                  <a:sym typeface="Arial"/>
                </a:rPr>
                <a:t>Transport</a:t>
              </a:r>
            </a:p>
            <a:p>
              <a:pPr marL="0" marR="0" lvl="0" indent="0" algn="l" rtl="0">
                <a:spcBef>
                  <a:spcPts val="0"/>
                </a:spcBef>
                <a:spcAft>
                  <a:spcPts val="0"/>
                </a:spcAft>
                <a:buNone/>
              </a:pPr>
              <a:endParaRPr sz="1067" dirty="0">
                <a:solidFill>
                  <a:schemeClr val="dk1"/>
                </a:solidFill>
                <a:latin typeface="Arial"/>
                <a:ea typeface="Arial"/>
                <a:cs typeface="Arial"/>
                <a:sym typeface="Arial"/>
              </a:endParaRPr>
            </a:p>
          </p:txBody>
        </p:sp>
        <p:sp>
          <p:nvSpPr>
            <p:cNvPr id="292" name="Google Shape;292;p8"/>
            <p:cNvSpPr/>
            <p:nvPr/>
          </p:nvSpPr>
          <p:spPr>
            <a:xfrm flipH="1">
              <a:off x="5145297" y="2375935"/>
              <a:ext cx="1472618" cy="763481"/>
            </a:xfrm>
            <a:prstGeom prst="roundRect">
              <a:avLst>
                <a:gd name="adj" fmla="val 16667"/>
              </a:avLst>
            </a:prstGeom>
            <a:solidFill>
              <a:schemeClr val="lt1"/>
            </a:solidFill>
            <a:ln w="19050" cap="flat" cmpd="sng">
              <a:solidFill>
                <a:srgbClr val="7030A0"/>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2133" b="1">
                  <a:solidFill>
                    <a:schemeClr val="dk1"/>
                  </a:solidFill>
                  <a:latin typeface="Arial"/>
                  <a:ea typeface="Arial"/>
                  <a:cs typeface="Arial"/>
                  <a:sym typeface="Arial"/>
                </a:rPr>
                <a:t>Your Town 2050</a:t>
              </a:r>
              <a:endParaRPr sz="2133" b="1">
                <a:solidFill>
                  <a:schemeClr val="dk1"/>
                </a:solidFill>
                <a:latin typeface="Arial"/>
                <a:ea typeface="Arial"/>
                <a:cs typeface="Arial"/>
                <a:sym typeface="Arial"/>
              </a:endParaRPr>
            </a:p>
          </p:txBody>
        </p:sp>
      </p:grpSp>
      <p:sp>
        <p:nvSpPr>
          <p:cNvPr id="293" name="Google Shape;293;p8"/>
          <p:cNvSpPr txBox="1"/>
          <p:nvPr/>
        </p:nvSpPr>
        <p:spPr>
          <a:xfrm>
            <a:off x="5497853" y="146245"/>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b="1">
                <a:solidFill>
                  <a:schemeClr val="lt1"/>
                </a:solidFill>
                <a:latin typeface="Arial"/>
                <a:ea typeface="Arial"/>
                <a:cs typeface="Arial"/>
                <a:sym typeface="Arial"/>
              </a:rPr>
              <a:t>Mind Map</a:t>
            </a:r>
            <a:endParaRPr sz="2000" b="1">
              <a:solidFill>
                <a:schemeClr val="lt1"/>
              </a:solidFill>
              <a:latin typeface="Arial"/>
              <a:ea typeface="Arial"/>
              <a:cs typeface="Arial"/>
              <a:sym typeface="Arial"/>
            </a:endParaRPr>
          </a:p>
        </p:txBody>
      </p:sp>
      <p:sp>
        <p:nvSpPr>
          <p:cNvPr id="294" name="Google Shape;294;p8"/>
          <p:cNvSpPr txBox="1"/>
          <p:nvPr/>
        </p:nvSpPr>
        <p:spPr>
          <a:xfrm>
            <a:off x="669763" y="849170"/>
            <a:ext cx="2802749" cy="35793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333">
                <a:solidFill>
                  <a:schemeClr val="dk1"/>
                </a:solidFill>
                <a:latin typeface="Arial"/>
                <a:ea typeface="Arial"/>
                <a:cs typeface="Arial"/>
                <a:sym typeface="Arial"/>
              </a:rPr>
              <a:t>Use the Mind Map template to organise your ideas and guide your project.</a:t>
            </a:r>
            <a:endParaRPr/>
          </a:p>
          <a:p>
            <a:pPr marL="0" marR="0" lvl="0" indent="0" algn="l" rtl="0">
              <a:spcBef>
                <a:spcPts val="0"/>
              </a:spcBef>
              <a:spcAft>
                <a:spcPts val="0"/>
              </a:spcAft>
              <a:buNone/>
            </a:pPr>
            <a:endParaRPr sz="1333" b="1">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Key Issues (Blue Boxes):</a:t>
            </a:r>
            <a:endParaRPr/>
          </a:p>
          <a:p>
            <a:pPr marL="0" marR="0" lvl="0" indent="0" algn="l" rtl="0">
              <a:spcBef>
                <a:spcPts val="0"/>
              </a:spcBef>
              <a:spcAft>
                <a:spcPts val="0"/>
              </a:spcAft>
              <a:buNone/>
            </a:pPr>
            <a:r>
              <a:rPr lang="en-GB" sz="1333">
                <a:solidFill>
                  <a:schemeClr val="dk1"/>
                </a:solidFill>
                <a:latin typeface="Arial"/>
                <a:ea typeface="Arial"/>
                <a:cs typeface="Arial"/>
                <a:sym typeface="Arial"/>
              </a:rPr>
              <a:t>Identify 4 key issues related to the future of your town and write them in the blue boxes.</a:t>
            </a:r>
            <a:endParaRPr/>
          </a:p>
          <a:p>
            <a:pPr marL="0" marR="0" lvl="0" indent="0" algn="l" rtl="0">
              <a:spcBef>
                <a:spcPts val="0"/>
              </a:spcBef>
              <a:spcAft>
                <a:spcPts val="0"/>
              </a:spcAft>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Related Aspects (Red Boxes): </a:t>
            </a:r>
            <a:r>
              <a:rPr lang="en-GB" sz="1333">
                <a:solidFill>
                  <a:schemeClr val="dk1"/>
                </a:solidFill>
                <a:latin typeface="Arial"/>
                <a:ea typeface="Arial"/>
                <a:cs typeface="Arial"/>
                <a:sym typeface="Arial"/>
              </a:rPr>
              <a:t>For each key issue, list 3 related aspects in the red boxes.</a:t>
            </a:r>
            <a:endParaRPr/>
          </a:p>
          <a:p>
            <a:pPr marL="0" marR="0" lvl="0" indent="0" algn="l" rtl="0">
              <a:spcBef>
                <a:spcPts val="0"/>
              </a:spcBef>
              <a:spcAft>
                <a:spcPts val="0"/>
              </a:spcAft>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Use the example and AI </a:t>
            </a:r>
            <a:r>
              <a:rPr lang="en-GB" sz="1333">
                <a:solidFill>
                  <a:schemeClr val="dk1"/>
                </a:solidFill>
                <a:latin typeface="Arial"/>
                <a:ea typeface="Arial"/>
                <a:cs typeface="Arial"/>
                <a:sym typeface="Arial"/>
              </a:rPr>
              <a:t>to help identify key issues and ways to address them.</a:t>
            </a:r>
            <a:endParaRPr/>
          </a:p>
          <a:p>
            <a:pPr marL="0" marR="0" lvl="0" indent="0" algn="l" rtl="0">
              <a:spcBef>
                <a:spcPts val="0"/>
              </a:spcBef>
              <a:spcAft>
                <a:spcPts val="0"/>
              </a:spcAft>
              <a:buNone/>
            </a:pPr>
            <a:endParaRPr sz="1333">
              <a:solidFill>
                <a:schemeClr val="dk1"/>
              </a:solidFill>
              <a:latin typeface="Arial"/>
              <a:ea typeface="Arial"/>
              <a:cs typeface="Arial"/>
              <a:sym typeface="Arial"/>
            </a:endParaRPr>
          </a:p>
        </p:txBody>
      </p:sp>
      <p:grpSp>
        <p:nvGrpSpPr>
          <p:cNvPr id="295" name="Google Shape;295;p8"/>
          <p:cNvGrpSpPr/>
          <p:nvPr/>
        </p:nvGrpSpPr>
        <p:grpSpPr>
          <a:xfrm>
            <a:off x="-83523" y="0"/>
            <a:ext cx="493925" cy="6858300"/>
            <a:chOff x="-83523" y="0"/>
            <a:chExt cx="493925" cy="6858300"/>
          </a:xfrm>
        </p:grpSpPr>
        <p:sp>
          <p:nvSpPr>
            <p:cNvPr id="296" name="Google Shape;296;p8"/>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97" name="Google Shape;297;p8"/>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98" name="Google Shape;298;p8"/>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99" name="Google Shape;299;p8"/>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00" name="Google Shape;300;p8"/>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01" name="Google Shape;301;p8"/>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02" name="Google Shape;302;p8"/>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03" name="Google Shape;303;p8"/>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04" name="Google Shape;304;p8"/>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05" name="Google Shape;305;p8"/>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21EC19B8-00EF-F6D4-6DDF-5926EF309BAF}"/>
              </a:ext>
            </a:extLst>
          </p:cNvPr>
          <p:cNvSpPr txBox="1"/>
          <p:nvPr/>
        </p:nvSpPr>
        <p:spPr>
          <a:xfrm>
            <a:off x="4035950" y="4518281"/>
            <a:ext cx="1061167" cy="523220"/>
          </a:xfrm>
          <a:prstGeom prst="rect">
            <a:avLst/>
          </a:prstGeom>
          <a:noFill/>
        </p:spPr>
        <p:txBody>
          <a:bodyPr wrap="square" rtlCol="0">
            <a:spAutoFit/>
          </a:bodyPr>
          <a:lstStyle/>
          <a:p>
            <a:r>
              <a:rPr lang="en-US" dirty="0"/>
              <a:t>More housing</a:t>
            </a:r>
            <a:endParaRPr lang="en-AU" dirty="0"/>
          </a:p>
        </p:txBody>
      </p:sp>
      <p:sp>
        <p:nvSpPr>
          <p:cNvPr id="3" name="TextBox 2">
            <a:extLst>
              <a:ext uri="{FF2B5EF4-FFF2-40B4-BE49-F238E27FC236}">
                <a16:creationId xmlns:a16="http://schemas.microsoft.com/office/drawing/2014/main" id="{B28E48C0-9147-85D3-F7A8-B1C6791825F7}"/>
              </a:ext>
            </a:extLst>
          </p:cNvPr>
          <p:cNvSpPr txBox="1"/>
          <p:nvPr/>
        </p:nvSpPr>
        <p:spPr>
          <a:xfrm>
            <a:off x="3974669" y="6172398"/>
            <a:ext cx="1184773" cy="307777"/>
          </a:xfrm>
          <a:prstGeom prst="rect">
            <a:avLst/>
          </a:prstGeom>
          <a:noFill/>
        </p:spPr>
        <p:txBody>
          <a:bodyPr wrap="square" rtlCol="0">
            <a:spAutoFit/>
          </a:bodyPr>
          <a:lstStyle/>
          <a:p>
            <a:r>
              <a:rPr lang="en-US" dirty="0"/>
              <a:t>traffic</a:t>
            </a:r>
            <a:endParaRPr lang="en-AU" dirty="0"/>
          </a:p>
        </p:txBody>
      </p:sp>
      <p:sp>
        <p:nvSpPr>
          <p:cNvPr id="4" name="TextBox 3">
            <a:extLst>
              <a:ext uri="{FF2B5EF4-FFF2-40B4-BE49-F238E27FC236}">
                <a16:creationId xmlns:a16="http://schemas.microsoft.com/office/drawing/2014/main" id="{DB8FCCE8-37EE-7A0E-98D6-207561E3D429}"/>
              </a:ext>
            </a:extLst>
          </p:cNvPr>
          <p:cNvSpPr txBox="1"/>
          <p:nvPr/>
        </p:nvSpPr>
        <p:spPr>
          <a:xfrm>
            <a:off x="5696500" y="5956954"/>
            <a:ext cx="1243424" cy="523220"/>
          </a:xfrm>
          <a:prstGeom prst="rect">
            <a:avLst/>
          </a:prstGeom>
          <a:noFill/>
        </p:spPr>
        <p:txBody>
          <a:bodyPr wrap="square" rtlCol="0">
            <a:spAutoFit/>
          </a:bodyPr>
          <a:lstStyle/>
          <a:p>
            <a:r>
              <a:rPr lang="en-US" dirty="0"/>
              <a:t>More kids in  school</a:t>
            </a:r>
            <a:endParaRPr lang="en-AU" dirty="0"/>
          </a:p>
        </p:txBody>
      </p:sp>
      <p:sp>
        <p:nvSpPr>
          <p:cNvPr id="5" name="TextBox 4">
            <a:extLst>
              <a:ext uri="{FF2B5EF4-FFF2-40B4-BE49-F238E27FC236}">
                <a16:creationId xmlns:a16="http://schemas.microsoft.com/office/drawing/2014/main" id="{A5DD7259-B252-310B-E5DE-421FE0EC2C90}"/>
              </a:ext>
            </a:extLst>
          </p:cNvPr>
          <p:cNvSpPr txBox="1"/>
          <p:nvPr/>
        </p:nvSpPr>
        <p:spPr>
          <a:xfrm>
            <a:off x="10620260" y="4671152"/>
            <a:ext cx="1003468" cy="307777"/>
          </a:xfrm>
          <a:prstGeom prst="rect">
            <a:avLst/>
          </a:prstGeom>
          <a:noFill/>
        </p:spPr>
        <p:txBody>
          <a:bodyPr wrap="square" rtlCol="0">
            <a:spAutoFit/>
          </a:bodyPr>
          <a:lstStyle/>
          <a:p>
            <a:r>
              <a:rPr lang="en-US" dirty="0"/>
              <a:t>traffic</a:t>
            </a:r>
            <a:endParaRPr lang="en-AU" dirty="0"/>
          </a:p>
        </p:txBody>
      </p:sp>
      <p:sp>
        <p:nvSpPr>
          <p:cNvPr id="6" name="TextBox 5">
            <a:extLst>
              <a:ext uri="{FF2B5EF4-FFF2-40B4-BE49-F238E27FC236}">
                <a16:creationId xmlns:a16="http://schemas.microsoft.com/office/drawing/2014/main" id="{1ED3B56D-0E4E-60FD-1899-A55046DADE30}"/>
              </a:ext>
            </a:extLst>
          </p:cNvPr>
          <p:cNvSpPr txBox="1"/>
          <p:nvPr/>
        </p:nvSpPr>
        <p:spPr>
          <a:xfrm>
            <a:off x="8858000" y="6011445"/>
            <a:ext cx="1103552" cy="523220"/>
          </a:xfrm>
          <a:prstGeom prst="rect">
            <a:avLst/>
          </a:prstGeom>
          <a:noFill/>
        </p:spPr>
        <p:txBody>
          <a:bodyPr wrap="square" rtlCol="0">
            <a:spAutoFit/>
          </a:bodyPr>
          <a:lstStyle/>
          <a:p>
            <a:r>
              <a:rPr lang="en-US" dirty="0"/>
              <a:t>More emissions</a:t>
            </a:r>
            <a:endParaRPr lang="en-AU" dirty="0"/>
          </a:p>
        </p:txBody>
      </p:sp>
      <p:sp>
        <p:nvSpPr>
          <p:cNvPr id="7" name="TextBox 6">
            <a:extLst>
              <a:ext uri="{FF2B5EF4-FFF2-40B4-BE49-F238E27FC236}">
                <a16:creationId xmlns:a16="http://schemas.microsoft.com/office/drawing/2014/main" id="{8622C233-5071-B78E-60EC-F7496441452B}"/>
              </a:ext>
            </a:extLst>
          </p:cNvPr>
          <p:cNvSpPr txBox="1"/>
          <p:nvPr/>
        </p:nvSpPr>
        <p:spPr>
          <a:xfrm>
            <a:off x="10404266" y="5986774"/>
            <a:ext cx="1095268" cy="523220"/>
          </a:xfrm>
          <a:prstGeom prst="rect">
            <a:avLst/>
          </a:prstGeom>
          <a:noFill/>
        </p:spPr>
        <p:txBody>
          <a:bodyPr wrap="square" rtlCol="0">
            <a:spAutoFit/>
          </a:bodyPr>
          <a:lstStyle/>
          <a:p>
            <a:r>
              <a:rPr lang="en-US" dirty="0"/>
              <a:t>Buses and trams</a:t>
            </a:r>
            <a:endParaRPr lang="en-AU" dirty="0"/>
          </a:p>
        </p:txBody>
      </p:sp>
      <p:sp>
        <p:nvSpPr>
          <p:cNvPr id="8" name="TextBox 7">
            <a:extLst>
              <a:ext uri="{FF2B5EF4-FFF2-40B4-BE49-F238E27FC236}">
                <a16:creationId xmlns:a16="http://schemas.microsoft.com/office/drawing/2014/main" id="{C8566413-4F6A-1C31-2CED-6D1C4E717DC3}"/>
              </a:ext>
            </a:extLst>
          </p:cNvPr>
          <p:cNvSpPr txBox="1"/>
          <p:nvPr/>
        </p:nvSpPr>
        <p:spPr>
          <a:xfrm>
            <a:off x="8989764" y="925371"/>
            <a:ext cx="971788" cy="307777"/>
          </a:xfrm>
          <a:prstGeom prst="rect">
            <a:avLst/>
          </a:prstGeom>
          <a:noFill/>
        </p:spPr>
        <p:txBody>
          <a:bodyPr wrap="square" rtlCol="0">
            <a:spAutoFit/>
          </a:bodyPr>
          <a:lstStyle/>
          <a:p>
            <a:r>
              <a:rPr lang="en-US" dirty="0"/>
              <a:t>hospitals</a:t>
            </a:r>
            <a:endParaRPr lang="en-AU" dirty="0"/>
          </a:p>
        </p:txBody>
      </p:sp>
      <p:sp>
        <p:nvSpPr>
          <p:cNvPr id="9" name="TextBox 8">
            <a:extLst>
              <a:ext uri="{FF2B5EF4-FFF2-40B4-BE49-F238E27FC236}">
                <a16:creationId xmlns:a16="http://schemas.microsoft.com/office/drawing/2014/main" id="{8BD93C30-D3AD-798D-EF21-1FB5C66AB1A1}"/>
              </a:ext>
            </a:extLst>
          </p:cNvPr>
          <p:cNvSpPr txBox="1"/>
          <p:nvPr/>
        </p:nvSpPr>
        <p:spPr>
          <a:xfrm>
            <a:off x="10440373" y="826096"/>
            <a:ext cx="1281728" cy="523220"/>
          </a:xfrm>
          <a:prstGeom prst="rect">
            <a:avLst/>
          </a:prstGeom>
          <a:noFill/>
        </p:spPr>
        <p:txBody>
          <a:bodyPr wrap="square" rtlCol="0">
            <a:spAutoFit/>
          </a:bodyPr>
          <a:lstStyle/>
          <a:p>
            <a:r>
              <a:rPr lang="en-US" dirty="0"/>
              <a:t>Mental health services</a:t>
            </a:r>
            <a:endParaRPr lang="en-AU" dirty="0"/>
          </a:p>
        </p:txBody>
      </p:sp>
      <p:sp>
        <p:nvSpPr>
          <p:cNvPr id="10" name="TextBox 9">
            <a:extLst>
              <a:ext uri="{FF2B5EF4-FFF2-40B4-BE49-F238E27FC236}">
                <a16:creationId xmlns:a16="http://schemas.microsoft.com/office/drawing/2014/main" id="{1F75E9F9-BC54-0C19-CA7C-5A2D6F8552CB}"/>
              </a:ext>
            </a:extLst>
          </p:cNvPr>
          <p:cNvSpPr txBox="1"/>
          <p:nvPr/>
        </p:nvSpPr>
        <p:spPr>
          <a:xfrm>
            <a:off x="10519245" y="2320692"/>
            <a:ext cx="1095268" cy="523220"/>
          </a:xfrm>
          <a:prstGeom prst="rect">
            <a:avLst/>
          </a:prstGeom>
          <a:noFill/>
        </p:spPr>
        <p:txBody>
          <a:bodyPr wrap="square" rtlCol="0">
            <a:spAutoFit/>
          </a:bodyPr>
          <a:lstStyle/>
          <a:p>
            <a:r>
              <a:rPr lang="en-US" dirty="0"/>
              <a:t>Bigger community</a:t>
            </a:r>
            <a:endParaRPr lang="en-AU"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9"/>
          <p:cNvSpPr/>
          <p:nvPr/>
        </p:nvSpPr>
        <p:spPr>
          <a:xfrm>
            <a:off x="326879" y="0"/>
            <a:ext cx="11864955"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11" name="Google Shape;311;p9"/>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312" name="Google Shape;312;p9"/>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313" name="Google Shape;313;p9"/>
          <p:cNvSpPr/>
          <p:nvPr/>
        </p:nvSpPr>
        <p:spPr>
          <a:xfrm>
            <a:off x="5471738" y="637493"/>
            <a:ext cx="4127637" cy="435835"/>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0"/>
              </a:spcBef>
              <a:spcAft>
                <a:spcPts val="0"/>
              </a:spcAft>
              <a:buNone/>
            </a:pPr>
            <a:r>
              <a:rPr lang="en-GB" sz="1467">
                <a:solidFill>
                  <a:srgbClr val="000000"/>
                </a:solidFill>
                <a:latin typeface="Arial"/>
                <a:ea typeface="Arial"/>
                <a:cs typeface="Arial"/>
                <a:sym typeface="Arial"/>
              </a:rPr>
              <a:t>Identify 3 ways cities can be more sustainable</a:t>
            </a:r>
            <a:endParaRPr/>
          </a:p>
        </p:txBody>
      </p:sp>
      <p:grpSp>
        <p:nvGrpSpPr>
          <p:cNvPr id="314" name="Google Shape;314;p9"/>
          <p:cNvGrpSpPr/>
          <p:nvPr/>
        </p:nvGrpSpPr>
        <p:grpSpPr>
          <a:xfrm>
            <a:off x="3833090" y="1273859"/>
            <a:ext cx="6225396" cy="5383612"/>
            <a:chOff x="4639235" y="1035534"/>
            <a:chExt cx="4893177" cy="5345119"/>
          </a:xfrm>
        </p:grpSpPr>
        <p:cxnSp>
          <p:nvCxnSpPr>
            <p:cNvPr id="315" name="Google Shape;315;p9"/>
            <p:cNvCxnSpPr/>
            <p:nvPr/>
          </p:nvCxnSpPr>
          <p:spPr>
            <a:xfrm>
              <a:off x="4639235" y="3621235"/>
              <a:ext cx="3484800" cy="0"/>
            </a:xfrm>
            <a:prstGeom prst="straightConnector1">
              <a:avLst/>
            </a:prstGeom>
            <a:noFill/>
            <a:ln w="19050" cap="flat" cmpd="sng">
              <a:solidFill>
                <a:schemeClr val="lt1"/>
              </a:solidFill>
              <a:prstDash val="solid"/>
              <a:miter lim="800000"/>
              <a:headEnd type="none" w="sm" len="sm"/>
              <a:tailEnd type="none" w="sm" len="sm"/>
            </a:ln>
          </p:spPr>
        </p:cxnSp>
        <p:cxnSp>
          <p:nvCxnSpPr>
            <p:cNvPr id="316" name="Google Shape;316;p9"/>
            <p:cNvCxnSpPr/>
            <p:nvPr/>
          </p:nvCxnSpPr>
          <p:spPr>
            <a:xfrm rot="10800000" flipH="1">
              <a:off x="8122749" y="1035534"/>
              <a:ext cx="1249500" cy="2585700"/>
            </a:xfrm>
            <a:prstGeom prst="straightConnector1">
              <a:avLst/>
            </a:prstGeom>
            <a:noFill/>
            <a:ln w="19050" cap="flat" cmpd="sng">
              <a:solidFill>
                <a:schemeClr val="lt1"/>
              </a:solidFill>
              <a:prstDash val="solid"/>
              <a:miter lim="800000"/>
              <a:headEnd type="none" w="sm" len="sm"/>
              <a:tailEnd type="none" w="sm" len="sm"/>
            </a:ln>
          </p:spPr>
        </p:cxnSp>
        <p:cxnSp>
          <p:nvCxnSpPr>
            <p:cNvPr id="317" name="Google Shape;317;p9"/>
            <p:cNvCxnSpPr/>
            <p:nvPr/>
          </p:nvCxnSpPr>
          <p:spPr>
            <a:xfrm>
              <a:off x="8134112" y="3620653"/>
              <a:ext cx="1398300" cy="2760000"/>
            </a:xfrm>
            <a:prstGeom prst="straightConnector1">
              <a:avLst/>
            </a:prstGeom>
            <a:noFill/>
            <a:ln w="19050" cap="flat" cmpd="sng">
              <a:solidFill>
                <a:schemeClr val="lt1"/>
              </a:solidFill>
              <a:prstDash val="solid"/>
              <a:miter lim="800000"/>
              <a:headEnd type="none" w="sm" len="sm"/>
              <a:tailEnd type="none" w="sm" len="sm"/>
            </a:ln>
          </p:spPr>
        </p:cxnSp>
      </p:grpSp>
      <p:sp>
        <p:nvSpPr>
          <p:cNvPr id="318" name="Google Shape;318;p9"/>
          <p:cNvSpPr txBox="1"/>
          <p:nvPr/>
        </p:nvSpPr>
        <p:spPr>
          <a:xfrm>
            <a:off x="3850177" y="4214668"/>
            <a:ext cx="1091600"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b="1">
                <a:solidFill>
                  <a:srgbClr val="000000"/>
                </a:solidFill>
                <a:latin typeface="Arial"/>
                <a:ea typeface="Arial"/>
                <a:cs typeface="Arial"/>
                <a:sym typeface="Arial"/>
              </a:rPr>
              <a:t>Socially </a:t>
            </a:r>
            <a:endParaRPr sz="1200" b="1">
              <a:solidFill>
                <a:srgbClr val="000000"/>
              </a:solidFill>
              <a:latin typeface="Arial"/>
              <a:ea typeface="Arial"/>
              <a:cs typeface="Arial"/>
              <a:sym typeface="Arial"/>
            </a:endParaRPr>
          </a:p>
        </p:txBody>
      </p:sp>
      <p:sp>
        <p:nvSpPr>
          <p:cNvPr id="319" name="Google Shape;319;p9"/>
          <p:cNvSpPr txBox="1"/>
          <p:nvPr/>
        </p:nvSpPr>
        <p:spPr>
          <a:xfrm>
            <a:off x="3781518" y="1216903"/>
            <a:ext cx="1589689" cy="27695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200" b="1">
                <a:solidFill>
                  <a:srgbClr val="000000"/>
                </a:solidFill>
                <a:latin typeface="Arial"/>
                <a:ea typeface="Arial"/>
                <a:cs typeface="Arial"/>
                <a:sym typeface="Arial"/>
              </a:rPr>
              <a:t>Environmentally</a:t>
            </a:r>
            <a:endParaRPr sz="1200" b="1">
              <a:solidFill>
                <a:srgbClr val="000000"/>
              </a:solidFill>
              <a:latin typeface="Arial"/>
              <a:ea typeface="Arial"/>
              <a:cs typeface="Arial"/>
              <a:sym typeface="Arial"/>
            </a:endParaRPr>
          </a:p>
        </p:txBody>
      </p:sp>
      <p:sp>
        <p:nvSpPr>
          <p:cNvPr id="320" name="Google Shape;320;p9"/>
          <p:cNvSpPr txBox="1"/>
          <p:nvPr/>
        </p:nvSpPr>
        <p:spPr>
          <a:xfrm>
            <a:off x="9803144" y="1216903"/>
            <a:ext cx="2197448" cy="46162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200" b="1">
                <a:solidFill>
                  <a:srgbClr val="000000"/>
                </a:solidFill>
                <a:latin typeface="Arial"/>
                <a:ea typeface="Arial"/>
                <a:cs typeface="Arial"/>
                <a:sym typeface="Arial"/>
              </a:rPr>
              <a:t>Economically</a:t>
            </a:r>
            <a:endParaRPr sz="1200" b="1">
              <a:solidFill>
                <a:srgbClr val="000000"/>
              </a:solidFill>
              <a:latin typeface="Arial"/>
              <a:ea typeface="Arial"/>
              <a:cs typeface="Arial"/>
              <a:sym typeface="Arial"/>
            </a:endParaRPr>
          </a:p>
          <a:p>
            <a:pPr marL="0" marR="0" lvl="0" indent="0" algn="r" rtl="0">
              <a:spcBef>
                <a:spcPts val="0"/>
              </a:spcBef>
              <a:spcAft>
                <a:spcPts val="0"/>
              </a:spcAft>
              <a:buNone/>
            </a:pPr>
            <a:endParaRPr sz="1200">
              <a:solidFill>
                <a:schemeClr val="dk1"/>
              </a:solidFill>
              <a:latin typeface="Arial"/>
              <a:ea typeface="Arial"/>
              <a:cs typeface="Arial"/>
              <a:sym typeface="Arial"/>
            </a:endParaRPr>
          </a:p>
        </p:txBody>
      </p:sp>
      <p:sp>
        <p:nvSpPr>
          <p:cNvPr id="321" name="Google Shape;321;p9"/>
          <p:cNvSpPr txBox="1"/>
          <p:nvPr/>
        </p:nvSpPr>
        <p:spPr>
          <a:xfrm>
            <a:off x="5248253" y="137686"/>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lt1"/>
                </a:solidFill>
                <a:latin typeface="Arial"/>
                <a:ea typeface="Arial"/>
                <a:cs typeface="Arial"/>
                <a:sym typeface="Arial"/>
              </a:rPr>
              <a:t>3 Pillars of Sustainability</a:t>
            </a:r>
            <a:endParaRPr sz="2133" b="1">
              <a:solidFill>
                <a:schemeClr val="lt1"/>
              </a:solidFill>
              <a:latin typeface="Arial"/>
              <a:ea typeface="Arial"/>
              <a:cs typeface="Arial"/>
              <a:sym typeface="Arial"/>
            </a:endParaRPr>
          </a:p>
        </p:txBody>
      </p:sp>
      <p:sp>
        <p:nvSpPr>
          <p:cNvPr id="322" name="Google Shape;322;p9"/>
          <p:cNvSpPr txBox="1"/>
          <p:nvPr/>
        </p:nvSpPr>
        <p:spPr>
          <a:xfrm>
            <a:off x="619723" y="794235"/>
            <a:ext cx="2865931"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a:solidFill>
                  <a:schemeClr val="dk1"/>
                </a:solidFill>
                <a:latin typeface="Arial"/>
                <a:ea typeface="Arial"/>
                <a:cs typeface="Arial"/>
                <a:sym typeface="Arial"/>
              </a:rPr>
              <a:t>Use the template to unpack 3 ways that your town could be more sustainable.</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GB" sz="1200" b="1">
                <a:solidFill>
                  <a:srgbClr val="000000"/>
                </a:solidFill>
                <a:latin typeface="Arial"/>
                <a:ea typeface="Arial"/>
                <a:cs typeface="Arial"/>
                <a:sym typeface="Arial"/>
              </a:rPr>
              <a:t>Environmentally</a:t>
            </a:r>
            <a:endParaRPr sz="1200" b="1">
              <a:solidFill>
                <a:srgbClr val="000000"/>
              </a:solidFill>
              <a:latin typeface="Arial"/>
              <a:ea typeface="Arial"/>
              <a:cs typeface="Arial"/>
              <a:sym typeface="Arial"/>
            </a:endParaRPr>
          </a:p>
          <a:p>
            <a:pPr marL="0" marR="0" lvl="0" indent="0" algn="l" rtl="0">
              <a:spcBef>
                <a:spcPts val="0"/>
              </a:spcBef>
              <a:spcAft>
                <a:spcPts val="0"/>
              </a:spcAft>
              <a:buNone/>
            </a:pPr>
            <a:r>
              <a:rPr lang="en-GB" sz="1200">
                <a:solidFill>
                  <a:schemeClr val="dk1"/>
                </a:solidFill>
                <a:latin typeface="Arial"/>
                <a:ea typeface="Arial"/>
                <a:cs typeface="Arial"/>
                <a:sym typeface="Arial"/>
              </a:rPr>
              <a:t>How can we design a future town that protects the environment and uses resources wisely?</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GB" sz="1200" b="1">
                <a:solidFill>
                  <a:srgbClr val="000000"/>
                </a:solidFill>
                <a:latin typeface="Arial"/>
                <a:ea typeface="Arial"/>
                <a:cs typeface="Arial"/>
                <a:sym typeface="Arial"/>
              </a:rPr>
              <a:t>Socially </a:t>
            </a:r>
            <a:endParaRPr/>
          </a:p>
          <a:p>
            <a:pPr marL="0" marR="0" lvl="0" indent="0" algn="l" rtl="0">
              <a:spcBef>
                <a:spcPts val="0"/>
              </a:spcBef>
              <a:spcAft>
                <a:spcPts val="0"/>
              </a:spcAft>
              <a:buNone/>
            </a:pPr>
            <a:r>
              <a:rPr lang="en-GB" sz="1200">
                <a:solidFill>
                  <a:schemeClr val="dk1"/>
                </a:solidFill>
                <a:latin typeface="Arial"/>
                <a:ea typeface="Arial"/>
                <a:cs typeface="Arial"/>
                <a:sym typeface="Arial"/>
              </a:rPr>
              <a:t>How can we make a town fair, welcoming, and accessible for everyone?</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GB" sz="1200" b="1">
                <a:solidFill>
                  <a:srgbClr val="000000"/>
                </a:solidFill>
                <a:latin typeface="Arial"/>
                <a:ea typeface="Arial"/>
                <a:cs typeface="Arial"/>
                <a:sym typeface="Arial"/>
              </a:rPr>
              <a:t>Economically</a:t>
            </a:r>
            <a:endParaRPr/>
          </a:p>
          <a:p>
            <a:pPr marL="0" marR="0" lvl="0" indent="0" algn="l" rtl="0">
              <a:spcBef>
                <a:spcPts val="0"/>
              </a:spcBef>
              <a:spcAft>
                <a:spcPts val="0"/>
              </a:spcAft>
              <a:buNone/>
            </a:pPr>
            <a:r>
              <a:rPr lang="en-GB" sz="1200">
                <a:solidFill>
                  <a:schemeClr val="dk1"/>
                </a:solidFill>
                <a:latin typeface="Arial"/>
                <a:ea typeface="Arial"/>
                <a:cs typeface="Arial"/>
                <a:sym typeface="Arial"/>
              </a:rPr>
              <a:t>How can a town create jobs and grow its economy while staying affordable and sustainable?</a:t>
            </a:r>
            <a:endParaRPr/>
          </a:p>
          <a:p>
            <a:pPr marL="0" marR="0" lvl="0" indent="0" algn="l" rtl="0">
              <a:spcBef>
                <a:spcPts val="0"/>
              </a:spcBef>
              <a:spcAft>
                <a:spcPts val="0"/>
              </a:spcAft>
              <a:buNone/>
            </a:pPr>
            <a:endParaRPr sz="1200" b="1">
              <a:solidFill>
                <a:srgbClr val="000000"/>
              </a:solidFill>
              <a:latin typeface="Arial"/>
              <a:ea typeface="Arial"/>
              <a:cs typeface="Arial"/>
              <a:sym typeface="Arial"/>
            </a:endParaRPr>
          </a:p>
          <a:p>
            <a:pPr marL="0" marR="0" lvl="0" indent="0" algn="l" rtl="0">
              <a:spcBef>
                <a:spcPts val="0"/>
              </a:spcBef>
              <a:spcAft>
                <a:spcPts val="0"/>
              </a:spcAft>
              <a:buNone/>
            </a:pPr>
            <a:endParaRPr sz="1200" b="1">
              <a:solidFill>
                <a:schemeClr val="dk1"/>
              </a:solidFill>
              <a:latin typeface="Arial"/>
              <a:ea typeface="Arial"/>
              <a:cs typeface="Arial"/>
              <a:sym typeface="Arial"/>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23" name="Google Shape;323;p9"/>
          <p:cNvSpPr txBox="1"/>
          <p:nvPr/>
        </p:nvSpPr>
        <p:spPr>
          <a:xfrm>
            <a:off x="546459" y="5993589"/>
            <a:ext cx="2966491" cy="50257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a:solidFill>
                  <a:schemeClr val="lt1"/>
                </a:solidFill>
                <a:highlight>
                  <a:srgbClr val="000080"/>
                </a:highlight>
                <a:latin typeface="Arial"/>
                <a:ea typeface="Arial"/>
                <a:cs typeface="Arial"/>
                <a:sym typeface="Arial"/>
              </a:rPr>
              <a:t>Use online research and AI </a:t>
            </a:r>
            <a:endParaRPr/>
          </a:p>
          <a:p>
            <a:pPr marL="0" marR="0" lvl="0" indent="0" algn="ctr" rtl="0">
              <a:spcBef>
                <a:spcPts val="0"/>
              </a:spcBef>
              <a:spcAft>
                <a:spcPts val="0"/>
              </a:spcAft>
              <a:buNone/>
            </a:pPr>
            <a:r>
              <a:rPr lang="en-GB" sz="1333">
                <a:solidFill>
                  <a:schemeClr val="lt1"/>
                </a:solidFill>
                <a:highlight>
                  <a:srgbClr val="000080"/>
                </a:highlight>
                <a:latin typeface="Arial"/>
                <a:ea typeface="Arial"/>
                <a:cs typeface="Arial"/>
                <a:sym typeface="Arial"/>
              </a:rPr>
              <a:t>tools to find solutions or ideas.</a:t>
            </a:r>
            <a:endParaRPr/>
          </a:p>
        </p:txBody>
      </p:sp>
      <p:sp>
        <p:nvSpPr>
          <p:cNvPr id="324" name="Google Shape;324;p9"/>
          <p:cNvSpPr/>
          <p:nvPr/>
        </p:nvSpPr>
        <p:spPr>
          <a:xfrm>
            <a:off x="1" y="-430886"/>
            <a:ext cx="246286" cy="861774"/>
          </a:xfrm>
          <a:prstGeom prst="rect">
            <a:avLst/>
          </a:prstGeom>
          <a:noFill/>
          <a:ln>
            <a:noFill/>
          </a:ln>
        </p:spPr>
        <p:txBody>
          <a:bodyPr spcFirstLastPara="1" wrap="square" lIns="121900" tIns="60950" rIns="121900" bIns="60950" anchor="ctr" anchorCtr="0">
            <a:sp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p:txBody>
      </p:sp>
      <p:pic>
        <p:nvPicPr>
          <p:cNvPr id="325" name="Google Shape;325;p9" descr="The Three Pillars of Sustainability"/>
          <p:cNvPicPr preferRelativeResize="0"/>
          <p:nvPr/>
        </p:nvPicPr>
        <p:blipFill rotWithShape="1">
          <a:blip r:embed="rId3">
            <a:alphaModFix/>
          </a:blip>
          <a:srcRect l="23209" t="7430" r="23208" b="7131"/>
          <a:stretch/>
        </p:blipFill>
        <p:spPr>
          <a:xfrm>
            <a:off x="929458" y="3913771"/>
            <a:ext cx="2200491" cy="1973702"/>
          </a:xfrm>
          <a:prstGeom prst="rect">
            <a:avLst/>
          </a:prstGeom>
          <a:noFill/>
          <a:ln>
            <a:noFill/>
          </a:ln>
        </p:spPr>
      </p:pic>
      <p:grpSp>
        <p:nvGrpSpPr>
          <p:cNvPr id="326" name="Google Shape;326;p9"/>
          <p:cNvGrpSpPr/>
          <p:nvPr/>
        </p:nvGrpSpPr>
        <p:grpSpPr>
          <a:xfrm>
            <a:off x="-73795" y="0"/>
            <a:ext cx="493925" cy="6858300"/>
            <a:chOff x="-83523" y="0"/>
            <a:chExt cx="493925" cy="6858300"/>
          </a:xfrm>
        </p:grpSpPr>
        <p:sp>
          <p:nvSpPr>
            <p:cNvPr id="327" name="Google Shape;327;p9"/>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28" name="Google Shape;328;p9"/>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29" name="Google Shape;329;p9"/>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30" name="Google Shape;330;p9"/>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31" name="Google Shape;331;p9"/>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32" name="Google Shape;332;p9"/>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33" name="Google Shape;333;p9"/>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34" name="Google Shape;334;p9"/>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35" name="Google Shape;335;p9"/>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36" name="Google Shape;336;p9"/>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29826B51-FC14-8D84-3797-EC0DC88194E6}"/>
              </a:ext>
            </a:extLst>
          </p:cNvPr>
          <p:cNvSpPr txBox="1"/>
          <p:nvPr/>
        </p:nvSpPr>
        <p:spPr>
          <a:xfrm>
            <a:off x="4027714" y="1839686"/>
            <a:ext cx="3657600" cy="923330"/>
          </a:xfrm>
          <a:prstGeom prst="rect">
            <a:avLst/>
          </a:prstGeom>
          <a:noFill/>
        </p:spPr>
        <p:txBody>
          <a:bodyPr wrap="square" rtlCol="0">
            <a:spAutoFit/>
          </a:bodyPr>
          <a:lstStyle/>
          <a:p>
            <a:r>
              <a:rPr lang="en-AU" sz="1800" dirty="0"/>
              <a:t>Windmills, greenery plant areas, and waste and water management</a:t>
            </a:r>
          </a:p>
        </p:txBody>
      </p:sp>
      <p:sp>
        <p:nvSpPr>
          <p:cNvPr id="3" name="TextBox 2">
            <a:extLst>
              <a:ext uri="{FF2B5EF4-FFF2-40B4-BE49-F238E27FC236}">
                <a16:creationId xmlns:a16="http://schemas.microsoft.com/office/drawing/2014/main" id="{51DB983E-6B8D-1EE6-1E46-33EAFC1DD967}"/>
              </a:ext>
            </a:extLst>
          </p:cNvPr>
          <p:cNvSpPr txBox="1"/>
          <p:nvPr/>
        </p:nvSpPr>
        <p:spPr>
          <a:xfrm>
            <a:off x="4027714" y="4865914"/>
            <a:ext cx="3657600" cy="923330"/>
          </a:xfrm>
          <a:prstGeom prst="rect">
            <a:avLst/>
          </a:prstGeom>
          <a:noFill/>
        </p:spPr>
        <p:txBody>
          <a:bodyPr wrap="square" rtlCol="0">
            <a:spAutoFit/>
          </a:bodyPr>
          <a:lstStyle/>
          <a:p>
            <a:r>
              <a:rPr lang="en-AU" sz="1800" dirty="0"/>
              <a:t>Schools, everyone included, after school activities, accessibility ramps and transport</a:t>
            </a:r>
          </a:p>
        </p:txBody>
      </p:sp>
      <p:sp>
        <p:nvSpPr>
          <p:cNvPr id="4" name="TextBox 3">
            <a:extLst>
              <a:ext uri="{FF2B5EF4-FFF2-40B4-BE49-F238E27FC236}">
                <a16:creationId xmlns:a16="http://schemas.microsoft.com/office/drawing/2014/main" id="{0B5E6106-9CDE-F624-39E8-C9B0FD661247}"/>
              </a:ext>
            </a:extLst>
          </p:cNvPr>
          <p:cNvSpPr txBox="1"/>
          <p:nvPr/>
        </p:nvSpPr>
        <p:spPr>
          <a:xfrm>
            <a:off x="9852817" y="2394857"/>
            <a:ext cx="1779002" cy="2585323"/>
          </a:xfrm>
          <a:prstGeom prst="rect">
            <a:avLst/>
          </a:prstGeom>
          <a:noFill/>
        </p:spPr>
        <p:txBody>
          <a:bodyPr wrap="square" rtlCol="0">
            <a:spAutoFit/>
          </a:bodyPr>
          <a:lstStyle/>
          <a:p>
            <a:r>
              <a:rPr lang="en-AU" sz="1800" dirty="0"/>
              <a:t>Use eco friendly recourses for buildings, plants alongside buildings and waste and water centres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10"/>
          <p:cNvSpPr/>
          <p:nvPr/>
        </p:nvSpPr>
        <p:spPr>
          <a:xfrm>
            <a:off x="387567" y="1541033"/>
            <a:ext cx="3308800" cy="5110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GB" sz="1733" b="1">
                <a:solidFill>
                  <a:schemeClr val="dk1"/>
                </a:solidFill>
                <a:latin typeface="Arial"/>
                <a:ea typeface="Arial"/>
                <a:cs typeface="Arial"/>
                <a:sym typeface="Arial"/>
              </a:rPr>
              <a:t>Collect a broad range of examples from social media.</a:t>
            </a:r>
            <a:endParaRPr sz="1733" b="1">
              <a:solidFill>
                <a:schemeClr val="dk1"/>
              </a:solidFill>
              <a:latin typeface="Arial"/>
              <a:ea typeface="Arial"/>
              <a:cs typeface="Arial"/>
              <a:sym typeface="Arial"/>
            </a:endParaRPr>
          </a:p>
          <a:p>
            <a:pPr marL="0" marR="0" lvl="0" indent="0" algn="l" rtl="0">
              <a:spcBef>
                <a:spcPts val="0"/>
              </a:spcBef>
              <a:spcAft>
                <a:spcPts val="0"/>
              </a:spcAft>
              <a:buNone/>
            </a:pPr>
            <a:endParaRPr sz="1733" b="1">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Annotate each example you find to explain what you learned from it.</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You could also focus on different areas of interactive media design if helpful.</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Add as many pages as required.</a:t>
            </a:r>
            <a:endParaRPr sz="1467">
              <a:solidFill>
                <a:schemeClr val="dk1"/>
              </a:solidFill>
              <a:latin typeface="Arial"/>
              <a:ea typeface="Arial"/>
              <a:cs typeface="Arial"/>
              <a:sym typeface="Arial"/>
            </a:endParaRPr>
          </a:p>
        </p:txBody>
      </p:sp>
      <p:sp>
        <p:nvSpPr>
          <p:cNvPr id="342" name="Google Shape;342;p10"/>
          <p:cNvSpPr/>
          <p:nvPr/>
        </p:nvSpPr>
        <p:spPr>
          <a:xfrm>
            <a:off x="326879" y="0"/>
            <a:ext cx="11864955"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43" name="Google Shape;343;p10"/>
          <p:cNvSpPr/>
          <p:nvPr/>
        </p:nvSpPr>
        <p:spPr>
          <a:xfrm>
            <a:off x="3839673" y="278970"/>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44" name="Google Shape;344;p10"/>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345" name="Google Shape;345;p10"/>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346" name="Google Shape;346;p10"/>
          <p:cNvSpPr txBox="1"/>
          <p:nvPr/>
        </p:nvSpPr>
        <p:spPr>
          <a:xfrm>
            <a:off x="4111077" y="278575"/>
            <a:ext cx="7323600"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dk1"/>
                </a:solidFill>
                <a:latin typeface="Arial"/>
                <a:ea typeface="Arial"/>
                <a:cs typeface="Arial"/>
                <a:sym typeface="Arial"/>
              </a:rPr>
              <a:t>Visual Research of Structures</a:t>
            </a:r>
            <a:endParaRPr sz="2133" b="1">
              <a:solidFill>
                <a:schemeClr val="dk1"/>
              </a:solidFill>
              <a:latin typeface="Arial"/>
              <a:ea typeface="Arial"/>
              <a:cs typeface="Arial"/>
              <a:sym typeface="Arial"/>
            </a:endParaRPr>
          </a:p>
        </p:txBody>
      </p:sp>
      <p:sp>
        <p:nvSpPr>
          <p:cNvPr id="347" name="Google Shape;347;p10"/>
          <p:cNvSpPr/>
          <p:nvPr/>
        </p:nvSpPr>
        <p:spPr>
          <a:xfrm>
            <a:off x="659486" y="747314"/>
            <a:ext cx="2762249" cy="4840877"/>
          </a:xfrm>
          <a:prstGeom prst="rect">
            <a:avLst/>
          </a:prstGeom>
          <a:noFill/>
          <a:ln>
            <a:noFill/>
          </a:ln>
        </p:spPr>
        <p:txBody>
          <a:bodyPr spcFirstLastPara="1" wrap="square" lIns="121900" tIns="60950" rIns="121900" bIns="60950" anchor="ctr" anchorCtr="0">
            <a:spAutoFit/>
          </a:bodyPr>
          <a:lstStyle/>
          <a:p>
            <a:pPr marL="0" marR="0" lvl="0" indent="0" algn="l" rtl="0">
              <a:spcBef>
                <a:spcPts val="0"/>
              </a:spcBef>
              <a:spcAft>
                <a:spcPts val="0"/>
              </a:spcAft>
              <a:buNone/>
            </a:pPr>
            <a:r>
              <a:rPr lang="en-GB" sz="1333" b="1">
                <a:solidFill>
                  <a:schemeClr val="dk1"/>
                </a:solidFill>
                <a:latin typeface="Arial"/>
                <a:ea typeface="Arial"/>
                <a:cs typeface="Arial"/>
                <a:sym typeface="Arial"/>
              </a:rPr>
              <a:t>Collect Images:</a:t>
            </a: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a:solidFill>
                  <a:schemeClr val="dk1"/>
                </a:solidFill>
                <a:latin typeface="Arial"/>
                <a:ea typeface="Arial"/>
                <a:cs typeface="Arial"/>
                <a:sym typeface="Arial"/>
              </a:rPr>
              <a:t>Find images of different structures that could be used to support your vision of your town in 2050.</a:t>
            </a:r>
            <a:endParaRPr/>
          </a:p>
          <a:p>
            <a:pPr marL="609585" marR="0" lvl="1" indent="0" algn="l" rtl="0">
              <a:spcBef>
                <a:spcPts val="0"/>
              </a:spcBef>
              <a:spcAft>
                <a:spcPts val="0"/>
              </a:spcAft>
              <a:buClr>
                <a:schemeClr val="dk1"/>
              </a:buClr>
              <a:buSzPts val="1333"/>
              <a:buFont typeface="Arial"/>
              <a:buNone/>
            </a:pPr>
            <a:endParaRPr sz="1333"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Annotate Your Images:</a:t>
            </a: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a:solidFill>
                  <a:schemeClr val="dk1"/>
                </a:solidFill>
                <a:latin typeface="Arial"/>
                <a:ea typeface="Arial"/>
                <a:cs typeface="Arial"/>
                <a:sym typeface="Arial"/>
              </a:rPr>
              <a:t>For each image, write a short note explaining:</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What it shows.</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How it relates to your key issue.</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How it might help or inspire your design project.</a:t>
            </a:r>
            <a:endParaRPr/>
          </a:p>
          <a:p>
            <a:pPr marL="228594" marR="0" lvl="0" indent="-143948" algn="l" rtl="0">
              <a:spcBef>
                <a:spcPts val="0"/>
              </a:spcBef>
              <a:spcAft>
                <a:spcPts val="0"/>
              </a:spcAft>
              <a:buClr>
                <a:schemeClr val="dk1"/>
              </a:buClr>
              <a:buSzPts val="1333"/>
              <a:buFont typeface="Arial"/>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Organise and Reflect:</a:t>
            </a:r>
            <a:endParaRPr sz="1333">
              <a:solidFill>
                <a:schemeClr val="dk1"/>
              </a:solidFill>
              <a:latin typeface="Arial"/>
              <a:ea typeface="Arial"/>
              <a:cs typeface="Arial"/>
              <a:sym typeface="Arial"/>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Arrange the images and annotations clearly in your portfolio.</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Highlight any ideas or features you think are especially useful for your project.</a:t>
            </a:r>
            <a:endParaRPr/>
          </a:p>
          <a:p>
            <a:pPr marL="228594" marR="0" lvl="0" indent="-143948" algn="l" rtl="0">
              <a:spcBef>
                <a:spcPts val="0"/>
              </a:spcBef>
              <a:spcAft>
                <a:spcPts val="0"/>
              </a:spcAft>
              <a:buClr>
                <a:schemeClr val="dk1"/>
              </a:buClr>
              <a:buSzPts val="1333"/>
              <a:buFont typeface="Arial"/>
              <a:buNone/>
            </a:pPr>
            <a:endParaRPr sz="1333">
              <a:solidFill>
                <a:schemeClr val="dk1"/>
              </a:solidFill>
              <a:latin typeface="Arial"/>
              <a:ea typeface="Arial"/>
              <a:cs typeface="Arial"/>
              <a:sym typeface="Arial"/>
            </a:endParaRPr>
          </a:p>
        </p:txBody>
      </p:sp>
      <p:sp>
        <p:nvSpPr>
          <p:cNvPr id="348" name="Google Shape;348;p10"/>
          <p:cNvSpPr txBox="1"/>
          <p:nvPr/>
        </p:nvSpPr>
        <p:spPr>
          <a:xfrm>
            <a:off x="1036635" y="5867897"/>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grpSp>
        <p:nvGrpSpPr>
          <p:cNvPr id="349" name="Google Shape;349;p10"/>
          <p:cNvGrpSpPr/>
          <p:nvPr/>
        </p:nvGrpSpPr>
        <p:grpSpPr>
          <a:xfrm>
            <a:off x="-73795" y="0"/>
            <a:ext cx="493925" cy="6858300"/>
            <a:chOff x="-83523" y="0"/>
            <a:chExt cx="493925" cy="6858300"/>
          </a:xfrm>
        </p:grpSpPr>
        <p:sp>
          <p:nvSpPr>
            <p:cNvPr id="350" name="Google Shape;350;p10"/>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1" name="Google Shape;351;p10"/>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2" name="Google Shape;352;p10"/>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3" name="Google Shape;353;p10"/>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4" name="Google Shape;354;p10"/>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5" name="Google Shape;355;p10"/>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56" name="Google Shape;356;p10"/>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57" name="Google Shape;357;p10"/>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58" name="Google Shape;358;p10"/>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59" name="Google Shape;359;p10"/>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pic>
        <p:nvPicPr>
          <p:cNvPr id="3" name="Picture 2">
            <a:extLst>
              <a:ext uri="{FF2B5EF4-FFF2-40B4-BE49-F238E27FC236}">
                <a16:creationId xmlns:a16="http://schemas.microsoft.com/office/drawing/2014/main" id="{6BDDADEB-A67B-FF1F-28C7-8581C1B072B7}"/>
              </a:ext>
            </a:extLst>
          </p:cNvPr>
          <p:cNvPicPr>
            <a:picLocks noChangeAspect="1"/>
          </p:cNvPicPr>
          <p:nvPr/>
        </p:nvPicPr>
        <p:blipFill>
          <a:blip r:embed="rId3"/>
          <a:stretch>
            <a:fillRect/>
          </a:stretch>
        </p:blipFill>
        <p:spPr>
          <a:xfrm>
            <a:off x="4101585" y="1121563"/>
            <a:ext cx="4495800" cy="2524125"/>
          </a:xfrm>
          <a:prstGeom prst="rect">
            <a:avLst/>
          </a:prstGeom>
        </p:spPr>
      </p:pic>
      <p:sp>
        <p:nvSpPr>
          <p:cNvPr id="4" name="TextBox 3">
            <a:extLst>
              <a:ext uri="{FF2B5EF4-FFF2-40B4-BE49-F238E27FC236}">
                <a16:creationId xmlns:a16="http://schemas.microsoft.com/office/drawing/2014/main" id="{F6F8D79A-876C-B786-976F-65BEB0AAE149}"/>
              </a:ext>
            </a:extLst>
          </p:cNvPr>
          <p:cNvSpPr txBox="1"/>
          <p:nvPr/>
        </p:nvSpPr>
        <p:spPr>
          <a:xfrm>
            <a:off x="8934680" y="1371304"/>
            <a:ext cx="2499997" cy="2246769"/>
          </a:xfrm>
          <a:prstGeom prst="rect">
            <a:avLst/>
          </a:prstGeom>
          <a:noFill/>
        </p:spPr>
        <p:txBody>
          <a:bodyPr wrap="square" rtlCol="0">
            <a:spAutoFit/>
          </a:bodyPr>
          <a:lstStyle/>
          <a:p>
            <a:r>
              <a:rPr lang="en-US" sz="2800" dirty="0"/>
              <a:t>This picture shows what my green buildings will look like.</a:t>
            </a:r>
            <a:endParaRPr lang="en-AU" sz="2800" dirty="0"/>
          </a:p>
        </p:txBody>
      </p:sp>
      <p:pic>
        <p:nvPicPr>
          <p:cNvPr id="6" name="Picture 5">
            <a:extLst>
              <a:ext uri="{FF2B5EF4-FFF2-40B4-BE49-F238E27FC236}">
                <a16:creationId xmlns:a16="http://schemas.microsoft.com/office/drawing/2014/main" id="{7A83E63F-51E7-11A9-A153-5EB0662DEB18}"/>
              </a:ext>
            </a:extLst>
          </p:cNvPr>
          <p:cNvPicPr>
            <a:picLocks noChangeAspect="1"/>
          </p:cNvPicPr>
          <p:nvPr/>
        </p:nvPicPr>
        <p:blipFill>
          <a:blip r:embed="rId4"/>
          <a:stretch>
            <a:fillRect/>
          </a:stretch>
        </p:blipFill>
        <p:spPr>
          <a:xfrm>
            <a:off x="4109606" y="3688355"/>
            <a:ext cx="3686175" cy="2571750"/>
          </a:xfrm>
          <a:prstGeom prst="rect">
            <a:avLst/>
          </a:prstGeom>
        </p:spPr>
      </p:pic>
      <p:sp>
        <p:nvSpPr>
          <p:cNvPr id="8" name="TextBox 7">
            <a:extLst>
              <a:ext uri="{FF2B5EF4-FFF2-40B4-BE49-F238E27FC236}">
                <a16:creationId xmlns:a16="http://schemas.microsoft.com/office/drawing/2014/main" id="{96698AD8-D04D-77BD-870D-535A48A6F199}"/>
              </a:ext>
            </a:extLst>
          </p:cNvPr>
          <p:cNvSpPr txBox="1"/>
          <p:nvPr/>
        </p:nvSpPr>
        <p:spPr>
          <a:xfrm>
            <a:off x="8314922" y="3850845"/>
            <a:ext cx="2499997" cy="2246769"/>
          </a:xfrm>
          <a:prstGeom prst="rect">
            <a:avLst/>
          </a:prstGeom>
          <a:noFill/>
        </p:spPr>
        <p:txBody>
          <a:bodyPr wrap="square" rtlCol="0">
            <a:spAutoFit/>
          </a:bodyPr>
          <a:lstStyle/>
          <a:p>
            <a:r>
              <a:rPr lang="en-US" sz="2800" dirty="0"/>
              <a:t>The solar panels in this picture will be like the ones in my city.</a:t>
            </a:r>
            <a:endParaRPr lang="en-AU"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11"/>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65" name="Google Shape;365;p11"/>
          <p:cNvSpPr txBox="1"/>
          <p:nvPr/>
        </p:nvSpPr>
        <p:spPr>
          <a:xfrm>
            <a:off x="2173933" y="758267"/>
            <a:ext cx="7323600" cy="229796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3">
                <a:solidFill>
                  <a:schemeClr val="lt1"/>
                </a:solidFill>
                <a:latin typeface="Arial"/>
                <a:ea typeface="Arial"/>
                <a:cs typeface="Arial"/>
                <a:sym typeface="Arial"/>
              </a:rPr>
              <a:t>Share</a:t>
            </a:r>
            <a:endParaRPr sz="13333">
              <a:solidFill>
                <a:schemeClr val="lt1"/>
              </a:solidFill>
              <a:latin typeface="Arial"/>
              <a:ea typeface="Arial"/>
              <a:cs typeface="Arial"/>
              <a:sym typeface="Arial"/>
            </a:endParaRPr>
          </a:p>
        </p:txBody>
      </p:sp>
      <p:sp>
        <p:nvSpPr>
          <p:cNvPr id="366" name="Google Shape;366;p11"/>
          <p:cNvSpPr txBox="1"/>
          <p:nvPr/>
        </p:nvSpPr>
        <p:spPr>
          <a:xfrm>
            <a:off x="2661052" y="3229348"/>
            <a:ext cx="6698000" cy="2400617"/>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a:solidFill>
                  <a:schemeClr val="dk1"/>
                </a:solidFill>
                <a:latin typeface="Arial"/>
                <a:ea typeface="Arial"/>
                <a:cs typeface="Arial"/>
                <a:sym typeface="Arial"/>
              </a:rPr>
              <a:t>What are the key areas you would like feedback on?</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challenges have you identified?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opportunities have you identified?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b="1">
                <a:solidFill>
                  <a:schemeClr val="dk1"/>
                </a:solidFill>
                <a:latin typeface="Arial"/>
                <a:ea typeface="Arial"/>
                <a:cs typeface="Arial"/>
                <a:sym typeface="Arial"/>
              </a:rPr>
              <a:t>What’s next?</a:t>
            </a:r>
            <a:endParaRPr sz="2000" b="1">
              <a:solidFill>
                <a:schemeClr val="dk1"/>
              </a:solidFill>
              <a:latin typeface="Arial"/>
              <a:ea typeface="Arial"/>
              <a:cs typeface="Arial"/>
              <a:sym typeface="Arial"/>
            </a:endParaRPr>
          </a:p>
        </p:txBody>
      </p:sp>
      <p:grpSp>
        <p:nvGrpSpPr>
          <p:cNvPr id="367" name="Google Shape;367;p11"/>
          <p:cNvGrpSpPr/>
          <p:nvPr/>
        </p:nvGrpSpPr>
        <p:grpSpPr>
          <a:xfrm>
            <a:off x="-83523" y="0"/>
            <a:ext cx="493925" cy="6858300"/>
            <a:chOff x="-83523" y="0"/>
            <a:chExt cx="493925" cy="6858300"/>
          </a:xfrm>
        </p:grpSpPr>
        <p:sp>
          <p:nvSpPr>
            <p:cNvPr id="368" name="Google Shape;368;p11"/>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69" name="Google Shape;369;p11"/>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0" name="Google Shape;370;p11"/>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1" name="Google Shape;371;p11"/>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2" name="Google Shape;372;p11"/>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3" name="Google Shape;373;p11"/>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74" name="Google Shape;374;p11"/>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75" name="Google Shape;375;p11"/>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76" name="Google Shape;376;p11"/>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77" name="Google Shape;377;p11"/>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12"/>
          <p:cNvSpPr/>
          <p:nvPr/>
        </p:nvSpPr>
        <p:spPr>
          <a:xfrm>
            <a:off x="326879" y="0"/>
            <a:ext cx="11864955" cy="68580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067">
              <a:solidFill>
                <a:schemeClr val="dk1"/>
              </a:solidFill>
              <a:latin typeface="Arial"/>
              <a:ea typeface="Arial"/>
              <a:cs typeface="Arial"/>
              <a:sym typeface="Arial"/>
            </a:endParaRPr>
          </a:p>
        </p:txBody>
      </p:sp>
      <p:sp>
        <p:nvSpPr>
          <p:cNvPr id="383" name="Google Shape;383;p12"/>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384" name="Google Shape;384;p12"/>
          <p:cNvSpPr txBox="1"/>
          <p:nvPr/>
        </p:nvSpPr>
        <p:spPr>
          <a:xfrm>
            <a:off x="265033" y="234516"/>
            <a:ext cx="359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sz="1333" b="1">
              <a:solidFill>
                <a:schemeClr val="dk1"/>
              </a:solidFill>
              <a:latin typeface="Arial"/>
              <a:ea typeface="Arial"/>
              <a:cs typeface="Arial"/>
              <a:sym typeface="Arial"/>
            </a:endParaRPr>
          </a:p>
        </p:txBody>
      </p:sp>
      <p:sp>
        <p:nvSpPr>
          <p:cNvPr id="385" name="Google Shape;385;p12"/>
          <p:cNvSpPr txBox="1"/>
          <p:nvPr/>
        </p:nvSpPr>
        <p:spPr>
          <a:xfrm>
            <a:off x="4277328" y="52186"/>
            <a:ext cx="7346400" cy="623656"/>
          </a:xfrm>
          <a:prstGeom prst="rect">
            <a:avLst/>
          </a:prstGeom>
          <a:noFill/>
          <a:ln>
            <a:noFill/>
          </a:ln>
        </p:spPr>
        <p:txBody>
          <a:bodyPr spcFirstLastPara="1" wrap="square" lIns="121900" tIns="121900" rIns="121900" bIns="121900" anchor="t" anchorCtr="0">
            <a:spAutoFit/>
          </a:bodyPr>
          <a:lstStyle/>
          <a:p>
            <a:pPr marL="0" marR="0" lvl="0" indent="0" algn="ctr" rtl="0">
              <a:lnSpc>
                <a:spcPct val="115000"/>
              </a:lnSpc>
              <a:spcBef>
                <a:spcPts val="0"/>
              </a:spcBef>
              <a:spcAft>
                <a:spcPts val="0"/>
              </a:spcAft>
              <a:buNone/>
            </a:pPr>
            <a:r>
              <a:rPr lang="en-GB" sz="2133" b="1">
                <a:solidFill>
                  <a:srgbClr val="FFFFFF"/>
                </a:solidFill>
                <a:latin typeface="Arial"/>
                <a:ea typeface="Arial"/>
                <a:cs typeface="Arial"/>
                <a:sym typeface="Arial"/>
              </a:rPr>
              <a:t>Design Brief</a:t>
            </a:r>
            <a:endParaRPr sz="2400" b="1">
              <a:solidFill>
                <a:schemeClr val="lt1"/>
              </a:solidFill>
              <a:latin typeface="Arial"/>
              <a:ea typeface="Arial"/>
              <a:cs typeface="Arial"/>
              <a:sym typeface="Arial"/>
            </a:endParaRPr>
          </a:p>
        </p:txBody>
      </p:sp>
      <p:sp>
        <p:nvSpPr>
          <p:cNvPr id="386" name="Google Shape;386;p12"/>
          <p:cNvSpPr/>
          <p:nvPr/>
        </p:nvSpPr>
        <p:spPr>
          <a:xfrm>
            <a:off x="794173" y="719215"/>
            <a:ext cx="2578275"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Use this Design Brief Starburst template to identify specific things to focus on in your design project.</a:t>
            </a: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333">
              <a:solidFill>
                <a:schemeClr val="dk1"/>
              </a:solidFill>
              <a:latin typeface="Arial"/>
              <a:ea typeface="Arial"/>
              <a:cs typeface="Arial"/>
              <a:sym typeface="Arial"/>
            </a:endParaRPr>
          </a:p>
          <a:p>
            <a:pPr marL="609585" marR="0" lvl="0" indent="-414855" algn="l" rtl="0">
              <a:lnSpc>
                <a:spcPct val="107000"/>
              </a:lnSpc>
              <a:spcBef>
                <a:spcPts val="800"/>
              </a:spcBef>
              <a:spcAft>
                <a:spcPts val="0"/>
              </a:spcAft>
              <a:buClr>
                <a:schemeClr val="dk1"/>
              </a:buClr>
              <a:buSzPts val="1300"/>
              <a:buFont typeface="Arial"/>
              <a:buChar char="●"/>
            </a:pPr>
            <a:r>
              <a:rPr lang="en-GB" sz="1333">
                <a:solidFill>
                  <a:schemeClr val="dk1"/>
                </a:solidFill>
                <a:latin typeface="Arial"/>
                <a:ea typeface="Arial"/>
                <a:cs typeface="Arial"/>
                <a:sym typeface="Arial"/>
              </a:rPr>
              <a:t>Who </a:t>
            </a:r>
            <a:endParaRPr sz="1333">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a:solidFill>
                  <a:schemeClr val="dk1"/>
                </a:solidFill>
                <a:latin typeface="Arial"/>
                <a:ea typeface="Arial"/>
                <a:cs typeface="Arial"/>
                <a:sym typeface="Arial"/>
              </a:rPr>
              <a:t>What </a:t>
            </a:r>
            <a:endParaRPr sz="1333">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a:solidFill>
                  <a:schemeClr val="dk1"/>
                </a:solidFill>
                <a:latin typeface="Arial"/>
                <a:ea typeface="Arial"/>
                <a:cs typeface="Arial"/>
                <a:sym typeface="Arial"/>
              </a:rPr>
              <a:t>When </a:t>
            </a:r>
            <a:endParaRPr sz="1333">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a:solidFill>
                  <a:schemeClr val="dk1"/>
                </a:solidFill>
                <a:latin typeface="Arial"/>
                <a:ea typeface="Arial"/>
                <a:cs typeface="Arial"/>
                <a:sym typeface="Arial"/>
              </a:rPr>
              <a:t>Where</a:t>
            </a:r>
            <a:endParaRPr sz="1333">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a:solidFill>
                  <a:schemeClr val="dk1"/>
                </a:solidFill>
                <a:latin typeface="Arial"/>
                <a:ea typeface="Arial"/>
                <a:cs typeface="Arial"/>
                <a:sym typeface="Arial"/>
              </a:rPr>
              <a:t>Why </a:t>
            </a:r>
            <a:endParaRPr sz="1333">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a:solidFill>
                  <a:schemeClr val="dk1"/>
                </a:solidFill>
                <a:latin typeface="Arial"/>
                <a:ea typeface="Arial"/>
                <a:cs typeface="Arial"/>
                <a:sym typeface="Arial"/>
              </a:rPr>
              <a:t>How</a:t>
            </a:r>
            <a:endParaRPr sz="1333">
              <a:solidFill>
                <a:schemeClr val="dk1"/>
              </a:solidFill>
              <a:latin typeface="Arial"/>
              <a:ea typeface="Arial"/>
              <a:cs typeface="Arial"/>
              <a:sym typeface="Arial"/>
            </a:endParaRPr>
          </a:p>
        </p:txBody>
      </p:sp>
      <p:grpSp>
        <p:nvGrpSpPr>
          <p:cNvPr id="387" name="Google Shape;387;p12"/>
          <p:cNvGrpSpPr/>
          <p:nvPr/>
        </p:nvGrpSpPr>
        <p:grpSpPr>
          <a:xfrm>
            <a:off x="4699838" y="646271"/>
            <a:ext cx="6829405" cy="5956007"/>
            <a:chOff x="3465176" y="555575"/>
            <a:chExt cx="5271035" cy="4524000"/>
          </a:xfrm>
        </p:grpSpPr>
        <p:sp>
          <p:nvSpPr>
            <p:cNvPr id="388" name="Google Shape;388;p12"/>
            <p:cNvSpPr txBox="1"/>
            <p:nvPr/>
          </p:nvSpPr>
          <p:spPr>
            <a:xfrm>
              <a:off x="4498425" y="1077250"/>
              <a:ext cx="2449800" cy="3580858"/>
            </a:xfrm>
            <a:prstGeom prst="rect">
              <a:avLst/>
            </a:prstGeom>
            <a:noFill/>
            <a:ln>
              <a:noFill/>
            </a:ln>
          </p:spPr>
          <p:txBody>
            <a:bodyPr spcFirstLastPara="1" wrap="square" lIns="121900" tIns="121900" rIns="121900" bIns="121900" anchor="t" anchorCtr="0">
              <a:spAutoFit/>
            </a:bodyPr>
            <a:lstStyle/>
            <a:p>
              <a:pPr marL="0" marR="0" lvl="0" indent="0" algn="l" rtl="0">
                <a:lnSpc>
                  <a:spcPct val="115000"/>
                </a:lnSpc>
                <a:spcBef>
                  <a:spcPts val="0"/>
                </a:spcBef>
                <a:spcAft>
                  <a:spcPts val="0"/>
                </a:spcAft>
                <a:buNone/>
              </a:pPr>
              <a:r>
                <a:rPr lang="en-GB" sz="1733" b="1">
                  <a:solidFill>
                    <a:schemeClr val="dk1"/>
                  </a:solidFill>
                  <a:latin typeface="Arial"/>
                  <a:ea typeface="Arial"/>
                  <a:cs typeface="Arial"/>
                  <a:sym typeface="Arial"/>
                </a:rPr>
                <a:t>Choose one of the issues </a:t>
              </a:r>
              <a:r>
                <a:rPr lang="en-GB" sz="1733">
                  <a:solidFill>
                    <a:schemeClr val="dk1"/>
                  </a:solidFill>
                  <a:latin typeface="Arial"/>
                  <a:ea typeface="Arial"/>
                  <a:cs typeface="Arial"/>
                  <a:sym typeface="Arial"/>
                </a:rPr>
                <a:t>your group investigated to solve and identify</a:t>
              </a:r>
              <a:r>
                <a:rPr lang="en-GB" sz="1733" b="1">
                  <a:solidFill>
                    <a:schemeClr val="dk1"/>
                  </a:solidFill>
                  <a:latin typeface="Arial"/>
                  <a:ea typeface="Arial"/>
                  <a:cs typeface="Arial"/>
                  <a:sym typeface="Arial"/>
                </a:rPr>
                <a:t> </a:t>
              </a:r>
              <a:r>
                <a:rPr lang="en-GB" sz="1733">
                  <a:solidFill>
                    <a:schemeClr val="dk1"/>
                  </a:solidFill>
                  <a:latin typeface="Arial"/>
                  <a:ea typeface="Arial"/>
                  <a:cs typeface="Arial"/>
                  <a:sym typeface="Arial"/>
                </a:rPr>
                <a:t>the specific problem you are trying to solve</a:t>
              </a:r>
              <a:endParaRPr sz="1733">
                <a:solidFill>
                  <a:schemeClr val="dk1"/>
                </a:solidFill>
                <a:latin typeface="Arial"/>
                <a:ea typeface="Arial"/>
                <a:cs typeface="Arial"/>
                <a:sym typeface="Arial"/>
              </a:endParaRPr>
            </a:p>
            <a:p>
              <a:pPr marL="0" marR="0" lvl="0" indent="0" algn="l" rtl="0">
                <a:spcBef>
                  <a:spcPts val="0"/>
                </a:spcBef>
                <a:spcAft>
                  <a:spcPts val="0"/>
                </a:spcAft>
                <a:buNone/>
              </a:pP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What</a:t>
              </a:r>
              <a:r>
                <a:rPr lang="en-GB" sz="1733">
                  <a:solidFill>
                    <a:schemeClr val="dk1"/>
                  </a:solidFill>
                  <a:latin typeface="Arial"/>
                  <a:ea typeface="Arial"/>
                  <a:cs typeface="Arial"/>
                  <a:sym typeface="Arial"/>
                </a:rPr>
                <a:t> specific problem are you trying to raise awareness of?</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Who</a:t>
              </a:r>
              <a:r>
                <a:rPr lang="en-GB" sz="1733">
                  <a:solidFill>
                    <a:schemeClr val="dk1"/>
                  </a:solidFill>
                  <a:latin typeface="Arial"/>
                  <a:ea typeface="Arial"/>
                  <a:cs typeface="Arial"/>
                  <a:sym typeface="Arial"/>
                </a:rPr>
                <a:t> are you trying to help?</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When</a:t>
              </a:r>
              <a:r>
                <a:rPr lang="en-GB" sz="1733">
                  <a:solidFill>
                    <a:schemeClr val="dk1"/>
                  </a:solidFill>
                  <a:latin typeface="Arial"/>
                  <a:ea typeface="Arial"/>
                  <a:cs typeface="Arial"/>
                  <a:sym typeface="Arial"/>
                </a:rPr>
                <a:t> will this be used?</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Where</a:t>
              </a:r>
              <a:r>
                <a:rPr lang="en-GB" sz="1733">
                  <a:solidFill>
                    <a:schemeClr val="dk1"/>
                  </a:solidFill>
                  <a:latin typeface="Arial"/>
                  <a:ea typeface="Arial"/>
                  <a:cs typeface="Arial"/>
                  <a:sym typeface="Arial"/>
                </a:rPr>
                <a:t> will it be used?</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Why</a:t>
              </a:r>
              <a:r>
                <a:rPr lang="en-GB" sz="1733">
                  <a:solidFill>
                    <a:schemeClr val="dk1"/>
                  </a:solidFill>
                  <a:latin typeface="Arial"/>
                  <a:ea typeface="Arial"/>
                  <a:cs typeface="Arial"/>
                  <a:sym typeface="Arial"/>
                </a:rPr>
                <a:t> is it needed?</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How</a:t>
              </a:r>
              <a:r>
                <a:rPr lang="en-GB" sz="1733">
                  <a:solidFill>
                    <a:schemeClr val="dk1"/>
                  </a:solidFill>
                  <a:latin typeface="Arial"/>
                  <a:ea typeface="Arial"/>
                  <a:cs typeface="Arial"/>
                  <a:sym typeface="Arial"/>
                </a:rPr>
                <a:t> could it help?</a:t>
              </a:r>
              <a:endParaRPr sz="1733">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89" name="Google Shape;389;p12"/>
            <p:cNvSpPr/>
            <p:nvPr/>
          </p:nvSpPr>
          <p:spPr>
            <a:xfrm>
              <a:off x="3465176" y="555575"/>
              <a:ext cx="5082000" cy="4524000"/>
            </a:xfrm>
            <a:prstGeom prst="dodecagon">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390" name="Google Shape;390;p12"/>
            <p:cNvSpPr/>
            <p:nvPr/>
          </p:nvSpPr>
          <p:spPr>
            <a:xfrm>
              <a:off x="4995225" y="1480875"/>
              <a:ext cx="2073300" cy="2393100"/>
            </a:xfrm>
            <a:prstGeom prst="star6">
              <a:avLst>
                <a:gd name="adj" fmla="val 37076"/>
                <a:gd name="hf" fmla="val 115470"/>
              </a:avLst>
            </a:prstGeom>
            <a:solidFill>
              <a:schemeClr val="dk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391" name="Google Shape;391;p12"/>
            <p:cNvSpPr txBox="1"/>
            <p:nvPr/>
          </p:nvSpPr>
          <p:spPr>
            <a:xfrm>
              <a:off x="5054551" y="631775"/>
              <a:ext cx="1876500" cy="467525"/>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a:solidFill>
                    <a:schemeClr val="dk2"/>
                  </a:solidFill>
                  <a:latin typeface="Arial"/>
                  <a:ea typeface="Arial"/>
                  <a:cs typeface="Arial"/>
                  <a:sym typeface="Arial"/>
                </a:rPr>
                <a:t>What is the specific problem?</a:t>
              </a:r>
              <a:endParaRPr sz="1200" b="1">
                <a:solidFill>
                  <a:schemeClr val="dk2"/>
                </a:solidFill>
                <a:latin typeface="Arial"/>
                <a:ea typeface="Arial"/>
                <a:cs typeface="Arial"/>
                <a:sym typeface="Arial"/>
              </a:endParaRPr>
            </a:p>
            <a:p>
              <a:pPr marL="0" marR="0" lvl="0" indent="0" algn="l" rtl="0">
                <a:spcBef>
                  <a:spcPts val="0"/>
                </a:spcBef>
                <a:spcAft>
                  <a:spcPts val="0"/>
                </a:spcAft>
                <a:buNone/>
              </a:pPr>
              <a:endParaRPr sz="1200" b="1">
                <a:solidFill>
                  <a:schemeClr val="dk2"/>
                </a:solidFill>
                <a:latin typeface="Arial"/>
                <a:ea typeface="Arial"/>
                <a:cs typeface="Arial"/>
                <a:sym typeface="Arial"/>
              </a:endParaRPr>
            </a:p>
          </p:txBody>
        </p:sp>
        <p:sp>
          <p:nvSpPr>
            <p:cNvPr id="392" name="Google Shape;392;p12"/>
            <p:cNvSpPr txBox="1"/>
            <p:nvPr/>
          </p:nvSpPr>
          <p:spPr>
            <a:xfrm>
              <a:off x="6602037" y="1466925"/>
              <a:ext cx="1752436" cy="327258"/>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a:solidFill>
                    <a:schemeClr val="dk2"/>
                  </a:solidFill>
                  <a:latin typeface="Arial"/>
                  <a:ea typeface="Arial"/>
                  <a:cs typeface="Arial"/>
                  <a:sym typeface="Arial"/>
                </a:rPr>
                <a:t>Who will you be helping?</a:t>
              </a:r>
              <a:endParaRPr sz="1200" b="1">
                <a:solidFill>
                  <a:schemeClr val="dk2"/>
                </a:solidFill>
                <a:latin typeface="Arial"/>
                <a:ea typeface="Arial"/>
                <a:cs typeface="Arial"/>
                <a:sym typeface="Arial"/>
              </a:endParaRPr>
            </a:p>
          </p:txBody>
        </p:sp>
        <p:sp>
          <p:nvSpPr>
            <p:cNvPr id="393" name="Google Shape;393;p12"/>
            <p:cNvSpPr txBox="1"/>
            <p:nvPr/>
          </p:nvSpPr>
          <p:spPr>
            <a:xfrm>
              <a:off x="5216475" y="3873975"/>
              <a:ext cx="1630800" cy="327258"/>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a:solidFill>
                    <a:schemeClr val="dk2"/>
                  </a:solidFill>
                  <a:latin typeface="Arial"/>
                  <a:ea typeface="Arial"/>
                  <a:cs typeface="Arial"/>
                  <a:sym typeface="Arial"/>
                </a:rPr>
                <a:t>Where will this be used?</a:t>
              </a:r>
              <a:endParaRPr sz="1200" b="1">
                <a:solidFill>
                  <a:schemeClr val="dk2"/>
                </a:solidFill>
                <a:latin typeface="Arial"/>
                <a:ea typeface="Arial"/>
                <a:cs typeface="Arial"/>
                <a:sym typeface="Arial"/>
              </a:endParaRPr>
            </a:p>
          </p:txBody>
        </p:sp>
        <p:sp>
          <p:nvSpPr>
            <p:cNvPr id="394" name="Google Shape;394;p12"/>
            <p:cNvSpPr txBox="1"/>
            <p:nvPr/>
          </p:nvSpPr>
          <p:spPr>
            <a:xfrm>
              <a:off x="3749938" y="2794934"/>
              <a:ext cx="1208400" cy="327258"/>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a:solidFill>
                    <a:schemeClr val="dk2"/>
                  </a:solidFill>
                  <a:latin typeface="Arial"/>
                  <a:ea typeface="Arial"/>
                  <a:cs typeface="Arial"/>
                  <a:sym typeface="Arial"/>
                </a:rPr>
                <a:t>Why is it needed?</a:t>
              </a:r>
              <a:endParaRPr sz="1200" b="1">
                <a:solidFill>
                  <a:schemeClr val="dk2"/>
                </a:solidFill>
                <a:latin typeface="Arial"/>
                <a:ea typeface="Arial"/>
                <a:cs typeface="Arial"/>
                <a:sym typeface="Arial"/>
              </a:endParaRPr>
            </a:p>
          </p:txBody>
        </p:sp>
        <p:sp>
          <p:nvSpPr>
            <p:cNvPr id="395" name="Google Shape;395;p12"/>
            <p:cNvSpPr txBox="1"/>
            <p:nvPr/>
          </p:nvSpPr>
          <p:spPr>
            <a:xfrm>
              <a:off x="4116674" y="1476773"/>
              <a:ext cx="3213300" cy="327258"/>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a:solidFill>
                    <a:schemeClr val="dk2"/>
                  </a:solidFill>
                  <a:latin typeface="Arial"/>
                  <a:ea typeface="Arial"/>
                  <a:cs typeface="Arial"/>
                  <a:sym typeface="Arial"/>
                </a:rPr>
                <a:t>How could it help?</a:t>
              </a:r>
              <a:endParaRPr sz="1200" b="1">
                <a:solidFill>
                  <a:schemeClr val="dk2"/>
                </a:solidFill>
                <a:latin typeface="Arial"/>
                <a:ea typeface="Arial"/>
                <a:cs typeface="Arial"/>
                <a:sym typeface="Arial"/>
              </a:endParaRPr>
            </a:p>
          </p:txBody>
        </p:sp>
        <p:sp>
          <p:nvSpPr>
            <p:cNvPr id="396" name="Google Shape;396;p12"/>
            <p:cNvSpPr txBox="1"/>
            <p:nvPr/>
          </p:nvSpPr>
          <p:spPr>
            <a:xfrm>
              <a:off x="5286875" y="1895430"/>
              <a:ext cx="1507500" cy="923391"/>
            </a:xfrm>
            <a:prstGeom prst="rect">
              <a:avLst/>
            </a:prstGeom>
            <a:noFill/>
            <a:ln>
              <a:noFill/>
            </a:ln>
          </p:spPr>
          <p:txBody>
            <a:bodyPr spcFirstLastPara="1" wrap="square" lIns="121900" tIns="121900" rIns="121900" bIns="121900" anchor="t" anchorCtr="0">
              <a:spAutoFit/>
            </a:bodyPr>
            <a:lstStyle/>
            <a:p>
              <a:pPr lvl="0" algn="ctr">
                <a:lnSpc>
                  <a:spcPct val="150000"/>
                </a:lnSpc>
              </a:pPr>
              <a:r>
                <a:rPr lang="en-AU" dirty="0">
                  <a:solidFill>
                    <a:schemeClr val="bg1"/>
                  </a:solidFill>
                </a:rPr>
                <a:t>Design a sustainable city that reduces pollution</a:t>
              </a:r>
              <a:endParaRPr sz="1600" b="1" dirty="0">
                <a:solidFill>
                  <a:schemeClr val="bg1"/>
                </a:solidFill>
                <a:latin typeface="Arial"/>
                <a:ea typeface="Arial"/>
                <a:cs typeface="Arial"/>
                <a:sym typeface="Arial"/>
              </a:endParaRPr>
            </a:p>
          </p:txBody>
        </p:sp>
        <p:sp>
          <p:nvSpPr>
            <p:cNvPr id="397" name="Google Shape;397;p12"/>
            <p:cNvSpPr txBox="1"/>
            <p:nvPr/>
          </p:nvSpPr>
          <p:spPr>
            <a:xfrm>
              <a:off x="7105411" y="2794934"/>
              <a:ext cx="1630800" cy="327258"/>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a:solidFill>
                    <a:schemeClr val="dk2"/>
                  </a:solidFill>
                  <a:latin typeface="Arial"/>
                  <a:ea typeface="Arial"/>
                  <a:cs typeface="Arial"/>
                  <a:sym typeface="Arial"/>
                </a:rPr>
                <a:t>When will this be used?</a:t>
              </a:r>
              <a:endParaRPr sz="1200" b="1">
                <a:solidFill>
                  <a:schemeClr val="dk2"/>
                </a:solidFill>
                <a:latin typeface="Arial"/>
                <a:ea typeface="Arial"/>
                <a:cs typeface="Arial"/>
                <a:sym typeface="Arial"/>
              </a:endParaRPr>
            </a:p>
          </p:txBody>
        </p:sp>
      </p:grpSp>
      <p:grpSp>
        <p:nvGrpSpPr>
          <p:cNvPr id="398" name="Google Shape;398;p12"/>
          <p:cNvGrpSpPr/>
          <p:nvPr/>
        </p:nvGrpSpPr>
        <p:grpSpPr>
          <a:xfrm>
            <a:off x="-73795" y="0"/>
            <a:ext cx="493925" cy="6858300"/>
            <a:chOff x="-83523" y="0"/>
            <a:chExt cx="493925" cy="6858300"/>
          </a:xfrm>
        </p:grpSpPr>
        <p:sp>
          <p:nvSpPr>
            <p:cNvPr id="399" name="Google Shape;399;p12"/>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0" name="Google Shape;400;p12"/>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1" name="Google Shape;401;p12"/>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2" name="Google Shape;402;p12"/>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3" name="Google Shape;403;p12"/>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4" name="Google Shape;404;p12"/>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05" name="Google Shape;405;p12"/>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06" name="Google Shape;406;p12"/>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07" name="Google Shape;407;p12"/>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08" name="Google Shape;408;p12"/>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281D9CC0-E1DA-4B90-5246-0F7F61539477}"/>
              </a:ext>
            </a:extLst>
          </p:cNvPr>
          <p:cNvSpPr txBox="1"/>
          <p:nvPr/>
        </p:nvSpPr>
        <p:spPr>
          <a:xfrm>
            <a:off x="6526143" y="1060276"/>
            <a:ext cx="3525465" cy="954107"/>
          </a:xfrm>
          <a:prstGeom prst="rect">
            <a:avLst/>
          </a:prstGeom>
          <a:noFill/>
        </p:spPr>
        <p:txBody>
          <a:bodyPr wrap="square" rtlCol="0">
            <a:spAutoFit/>
          </a:bodyPr>
          <a:lstStyle/>
          <a:p>
            <a:r>
              <a:rPr lang="en-AU" dirty="0"/>
              <a:t>Many cities face problems such as pollution, traffic congestion, excessive waste, and high energy use that harm the environment</a:t>
            </a:r>
          </a:p>
        </p:txBody>
      </p:sp>
      <p:sp>
        <p:nvSpPr>
          <p:cNvPr id="3" name="TextBox 2">
            <a:extLst>
              <a:ext uri="{FF2B5EF4-FFF2-40B4-BE49-F238E27FC236}">
                <a16:creationId xmlns:a16="http://schemas.microsoft.com/office/drawing/2014/main" id="{3B83D454-AF9A-92C1-0CCD-2E4C28ECEA2C}"/>
              </a:ext>
            </a:extLst>
          </p:cNvPr>
          <p:cNvSpPr txBox="1"/>
          <p:nvPr/>
        </p:nvSpPr>
        <p:spPr>
          <a:xfrm>
            <a:off x="9556996" y="2302873"/>
            <a:ext cx="1422559" cy="1384995"/>
          </a:xfrm>
          <a:prstGeom prst="rect">
            <a:avLst/>
          </a:prstGeom>
          <a:noFill/>
        </p:spPr>
        <p:txBody>
          <a:bodyPr wrap="square" rtlCol="0">
            <a:spAutoFit/>
          </a:bodyPr>
          <a:lstStyle/>
          <a:p>
            <a:r>
              <a:rPr lang="en-AU" dirty="0"/>
              <a:t>City residents, future generations, local businesses, and the environment.</a:t>
            </a:r>
          </a:p>
        </p:txBody>
      </p:sp>
      <p:sp>
        <p:nvSpPr>
          <p:cNvPr id="4" name="TextBox 3">
            <a:extLst>
              <a:ext uri="{FF2B5EF4-FFF2-40B4-BE49-F238E27FC236}">
                <a16:creationId xmlns:a16="http://schemas.microsoft.com/office/drawing/2014/main" id="{9DD42DA1-7F8C-67AD-83A1-5F1EE7DA67E0}"/>
              </a:ext>
            </a:extLst>
          </p:cNvPr>
          <p:cNvSpPr txBox="1"/>
          <p:nvPr/>
        </p:nvSpPr>
        <p:spPr>
          <a:xfrm>
            <a:off x="7012444" y="5332589"/>
            <a:ext cx="1787185" cy="738664"/>
          </a:xfrm>
          <a:prstGeom prst="rect">
            <a:avLst/>
          </a:prstGeom>
          <a:noFill/>
        </p:spPr>
        <p:txBody>
          <a:bodyPr wrap="square" rtlCol="0">
            <a:spAutoFit/>
          </a:bodyPr>
          <a:lstStyle/>
          <a:p>
            <a:r>
              <a:rPr lang="en-AU" dirty="0"/>
              <a:t>In urban areas, including neighbourhoods</a:t>
            </a:r>
          </a:p>
        </p:txBody>
      </p:sp>
      <p:sp>
        <p:nvSpPr>
          <p:cNvPr id="5" name="TextBox 4">
            <a:extLst>
              <a:ext uri="{FF2B5EF4-FFF2-40B4-BE49-F238E27FC236}">
                <a16:creationId xmlns:a16="http://schemas.microsoft.com/office/drawing/2014/main" id="{F2FEDC57-364A-DFF1-66EB-EE95528CAFD3}"/>
              </a:ext>
            </a:extLst>
          </p:cNvPr>
          <p:cNvSpPr txBox="1"/>
          <p:nvPr/>
        </p:nvSpPr>
        <p:spPr>
          <a:xfrm>
            <a:off x="4932640" y="3877864"/>
            <a:ext cx="1900116" cy="954107"/>
          </a:xfrm>
          <a:prstGeom prst="rect">
            <a:avLst/>
          </a:prstGeom>
          <a:noFill/>
        </p:spPr>
        <p:txBody>
          <a:bodyPr wrap="square" rtlCol="0">
            <a:spAutoFit/>
          </a:bodyPr>
          <a:lstStyle/>
          <a:p>
            <a:r>
              <a:rPr lang="en-AU" dirty="0"/>
              <a:t>To reduce pollution, protect natural resources, improve public health</a:t>
            </a:r>
          </a:p>
        </p:txBody>
      </p:sp>
      <p:sp>
        <p:nvSpPr>
          <p:cNvPr id="7" name="TextBox 6">
            <a:extLst>
              <a:ext uri="{FF2B5EF4-FFF2-40B4-BE49-F238E27FC236}">
                <a16:creationId xmlns:a16="http://schemas.microsoft.com/office/drawing/2014/main" id="{9AB9DE53-D064-8E03-EC8A-B6176DFE3080}"/>
              </a:ext>
            </a:extLst>
          </p:cNvPr>
          <p:cNvSpPr txBox="1"/>
          <p:nvPr/>
        </p:nvSpPr>
        <p:spPr>
          <a:xfrm>
            <a:off x="4955603" y="2094335"/>
            <a:ext cx="1971068" cy="1600438"/>
          </a:xfrm>
          <a:prstGeom prst="rect">
            <a:avLst/>
          </a:prstGeom>
          <a:noFill/>
        </p:spPr>
        <p:txBody>
          <a:bodyPr wrap="square" rtlCol="0">
            <a:spAutoFit/>
          </a:bodyPr>
          <a:lstStyle/>
          <a:p>
            <a:r>
              <a:rPr lang="en-AU" dirty="0"/>
              <a:t>It could use renewable energy, efficient public transportation, green buildings, recycling systems, and more green spaces.</a:t>
            </a:r>
          </a:p>
        </p:txBody>
      </p:sp>
      <p:sp>
        <p:nvSpPr>
          <p:cNvPr id="8" name="TextBox 7">
            <a:extLst>
              <a:ext uri="{FF2B5EF4-FFF2-40B4-BE49-F238E27FC236}">
                <a16:creationId xmlns:a16="http://schemas.microsoft.com/office/drawing/2014/main" id="{F92FFB58-20E1-9FCB-82CF-A01684A5EF05}"/>
              </a:ext>
            </a:extLst>
          </p:cNvPr>
          <p:cNvSpPr txBox="1"/>
          <p:nvPr/>
        </p:nvSpPr>
        <p:spPr>
          <a:xfrm>
            <a:off x="9556996" y="4211291"/>
            <a:ext cx="1317833" cy="1169551"/>
          </a:xfrm>
          <a:prstGeom prst="rect">
            <a:avLst/>
          </a:prstGeom>
          <a:noFill/>
        </p:spPr>
        <p:txBody>
          <a:bodyPr wrap="square" rtlCol="0">
            <a:spAutoFit/>
          </a:bodyPr>
          <a:lstStyle/>
          <a:p>
            <a:r>
              <a:rPr lang="en-AU" dirty="0"/>
              <a:t>Every day, as people live, work, travel, and use city services.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13"/>
          <p:cNvSpPr/>
          <p:nvPr/>
        </p:nvSpPr>
        <p:spPr>
          <a:xfrm>
            <a:off x="326879" y="-67"/>
            <a:ext cx="11865005" cy="68580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067">
              <a:solidFill>
                <a:schemeClr val="dk1"/>
              </a:solidFill>
              <a:latin typeface="Arial"/>
              <a:ea typeface="Arial"/>
              <a:cs typeface="Arial"/>
              <a:sym typeface="Arial"/>
            </a:endParaRPr>
          </a:p>
        </p:txBody>
      </p:sp>
      <p:sp>
        <p:nvSpPr>
          <p:cNvPr id="414" name="Google Shape;414;p13"/>
          <p:cNvSpPr txBox="1"/>
          <p:nvPr/>
        </p:nvSpPr>
        <p:spPr>
          <a:xfrm>
            <a:off x="4404733" y="170395"/>
            <a:ext cx="6932000"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lt1"/>
                </a:solidFill>
                <a:latin typeface="Arial"/>
                <a:ea typeface="Arial"/>
                <a:cs typeface="Arial"/>
                <a:sym typeface="Arial"/>
              </a:rPr>
              <a:t>Evaluation Criteria</a:t>
            </a:r>
            <a:endParaRPr sz="2133" b="1">
              <a:solidFill>
                <a:schemeClr val="lt1"/>
              </a:solidFill>
              <a:latin typeface="Arial"/>
              <a:ea typeface="Arial"/>
              <a:cs typeface="Arial"/>
              <a:sym typeface="Arial"/>
            </a:endParaRPr>
          </a:p>
        </p:txBody>
      </p:sp>
      <p:sp>
        <p:nvSpPr>
          <p:cNvPr id="415" name="Google Shape;415;p13"/>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a:solidFill>
                <a:schemeClr val="lt1"/>
              </a:solidFill>
              <a:latin typeface="Arial"/>
              <a:ea typeface="Arial"/>
              <a:cs typeface="Arial"/>
              <a:sym typeface="Arial"/>
            </a:endParaRPr>
          </a:p>
        </p:txBody>
      </p:sp>
      <p:sp>
        <p:nvSpPr>
          <p:cNvPr id="416" name="Google Shape;416;p13"/>
          <p:cNvSpPr txBox="1"/>
          <p:nvPr/>
        </p:nvSpPr>
        <p:spPr>
          <a:xfrm>
            <a:off x="568272" y="745038"/>
            <a:ext cx="2944677" cy="4461566"/>
          </a:xfrm>
          <a:prstGeom prst="rect">
            <a:avLst/>
          </a:prstGeom>
          <a:noFill/>
          <a:ln>
            <a:noFill/>
          </a:ln>
        </p:spPr>
        <p:txBody>
          <a:bodyPr spcFirstLastPara="1" wrap="square" lIns="121900" tIns="121900" rIns="121900" bIns="121900" anchor="t" anchorCtr="0">
            <a:spAutoFit/>
          </a:bodyPr>
          <a:lstStyle/>
          <a:p>
            <a:pPr marL="0" marR="0" lvl="0" indent="0" algn="l" rtl="0">
              <a:lnSpc>
                <a:spcPct val="115000"/>
              </a:lnSpc>
              <a:spcBef>
                <a:spcPts val="0"/>
              </a:spcBef>
              <a:spcAft>
                <a:spcPts val="0"/>
              </a:spcAft>
              <a:buNone/>
            </a:pPr>
            <a:r>
              <a:rPr lang="en-GB" sz="1333">
                <a:solidFill>
                  <a:schemeClr val="dk1"/>
                </a:solidFill>
                <a:latin typeface="Arial"/>
                <a:ea typeface="Arial"/>
                <a:cs typeface="Arial"/>
                <a:sym typeface="Arial"/>
              </a:rPr>
              <a:t>Develop on a set of evaluation criteria that you will use throughout the design process to evaluate your design concepts.</a:t>
            </a: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a:solidFill>
                  <a:schemeClr val="dk1"/>
                </a:solidFill>
                <a:latin typeface="Arial"/>
                <a:ea typeface="Arial"/>
                <a:cs typeface="Arial"/>
                <a:sym typeface="Arial"/>
              </a:rPr>
              <a:t>Use information from your research and design brief starburst to identify 5 important requirements for your design concept.</a:t>
            </a: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a:solidFill>
                  <a:schemeClr val="dk1"/>
                </a:solidFill>
                <a:latin typeface="Arial"/>
                <a:ea typeface="Arial"/>
                <a:cs typeface="Arial"/>
                <a:sym typeface="Arial"/>
              </a:rPr>
              <a:t>You can use the following prompts to start your criteria.</a:t>
            </a: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b="1">
                <a:solidFill>
                  <a:schemeClr val="dk1"/>
                </a:solidFill>
                <a:latin typeface="Arial"/>
                <a:ea typeface="Arial"/>
                <a:cs typeface="Arial"/>
                <a:sym typeface="Arial"/>
              </a:rPr>
              <a:t>It must …</a:t>
            </a:r>
            <a:endParaRPr sz="1333" b="1">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b="1">
                <a:solidFill>
                  <a:schemeClr val="dk1"/>
                </a:solidFill>
                <a:latin typeface="Arial"/>
                <a:ea typeface="Arial"/>
                <a:cs typeface="Arial"/>
                <a:sym typeface="Arial"/>
              </a:rPr>
              <a:t>It should…</a:t>
            </a:r>
            <a:endParaRPr sz="1333" b="1">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b="1">
                <a:solidFill>
                  <a:schemeClr val="dk1"/>
                </a:solidFill>
                <a:latin typeface="Arial"/>
                <a:ea typeface="Arial"/>
                <a:cs typeface="Arial"/>
                <a:sym typeface="Arial"/>
              </a:rPr>
              <a:t>It will…</a:t>
            </a:r>
            <a:endParaRPr sz="1333" b="1">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endParaRPr sz="1333" b="1">
              <a:solidFill>
                <a:schemeClr val="dk1"/>
              </a:solidFill>
              <a:latin typeface="Arial"/>
              <a:ea typeface="Arial"/>
              <a:cs typeface="Arial"/>
              <a:sym typeface="Arial"/>
            </a:endParaRPr>
          </a:p>
        </p:txBody>
      </p:sp>
      <p:sp>
        <p:nvSpPr>
          <p:cNvPr id="417" name="Google Shape;417;p13"/>
          <p:cNvSpPr txBox="1"/>
          <p:nvPr/>
        </p:nvSpPr>
        <p:spPr>
          <a:xfrm>
            <a:off x="265033" y="234516"/>
            <a:ext cx="359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sz="1333" b="1">
              <a:solidFill>
                <a:schemeClr val="dk1"/>
              </a:solidFill>
              <a:latin typeface="Arial"/>
              <a:ea typeface="Arial"/>
              <a:cs typeface="Arial"/>
              <a:sym typeface="Arial"/>
            </a:endParaRPr>
          </a:p>
        </p:txBody>
      </p:sp>
      <p:grpSp>
        <p:nvGrpSpPr>
          <p:cNvPr id="418" name="Google Shape;418;p13"/>
          <p:cNvGrpSpPr/>
          <p:nvPr/>
        </p:nvGrpSpPr>
        <p:grpSpPr>
          <a:xfrm>
            <a:off x="4404734" y="745037"/>
            <a:ext cx="6932033" cy="5857240"/>
            <a:chOff x="3303550" y="850975"/>
            <a:chExt cx="5199025" cy="3872000"/>
          </a:xfrm>
        </p:grpSpPr>
        <p:sp>
          <p:nvSpPr>
            <p:cNvPr id="419" name="Google Shape;419;p13"/>
            <p:cNvSpPr/>
            <p:nvPr/>
          </p:nvSpPr>
          <p:spPr>
            <a:xfrm>
              <a:off x="3303575" y="8509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GB" sz="2400" b="1">
                  <a:solidFill>
                    <a:schemeClr val="dk1"/>
                  </a:solidFill>
                  <a:latin typeface="Arial"/>
                  <a:ea typeface="Arial"/>
                  <a:cs typeface="Arial"/>
                  <a:sym typeface="Arial"/>
                </a:rPr>
                <a:t>It must</a:t>
              </a:r>
              <a:r>
                <a:rPr lang="en-GB" sz="2400">
                  <a:solidFill>
                    <a:schemeClr val="dk1"/>
                  </a:solidFill>
                  <a:latin typeface="Arial"/>
                  <a:ea typeface="Arial"/>
                  <a:cs typeface="Arial"/>
                  <a:sym typeface="Arial"/>
                </a:rPr>
                <a:t> be sustainable</a:t>
              </a:r>
              <a:endParaRPr sz="2400">
                <a:solidFill>
                  <a:schemeClr val="dk1"/>
                </a:solidFill>
                <a:latin typeface="Arial"/>
                <a:ea typeface="Arial"/>
                <a:cs typeface="Arial"/>
                <a:sym typeface="Arial"/>
              </a:endParaRPr>
            </a:p>
          </p:txBody>
        </p:sp>
        <p:sp>
          <p:nvSpPr>
            <p:cNvPr id="420" name="Google Shape;420;p13"/>
            <p:cNvSpPr/>
            <p:nvPr/>
          </p:nvSpPr>
          <p:spPr>
            <a:xfrm>
              <a:off x="3303575" y="16416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b="1">
                <a:solidFill>
                  <a:schemeClr val="dk1"/>
                </a:solidFill>
                <a:latin typeface="Arial"/>
                <a:ea typeface="Arial"/>
                <a:cs typeface="Arial"/>
                <a:sym typeface="Arial"/>
              </a:endParaRPr>
            </a:p>
            <a:p>
              <a:pPr marL="0" marR="0" lvl="0" indent="0" algn="ctr" rtl="0">
                <a:spcBef>
                  <a:spcPts val="0"/>
                </a:spcBef>
                <a:spcAft>
                  <a:spcPts val="0"/>
                </a:spcAft>
                <a:buNone/>
              </a:pPr>
              <a:r>
                <a:rPr lang="en-GB" sz="2000" b="1">
                  <a:solidFill>
                    <a:schemeClr val="dk1"/>
                  </a:solidFill>
                  <a:latin typeface="Arial"/>
                  <a:ea typeface="Arial"/>
                  <a:cs typeface="Arial"/>
                  <a:sym typeface="Arial"/>
                </a:rPr>
                <a:t>It will </a:t>
              </a:r>
              <a:r>
                <a:rPr lang="en-GB" sz="2000">
                  <a:solidFill>
                    <a:schemeClr val="dk1"/>
                  </a:solidFill>
                  <a:latin typeface="Arial"/>
                  <a:ea typeface="Arial"/>
                  <a:cs typeface="Arial"/>
                  <a:sym typeface="Arial"/>
                </a:rPr>
                <a:t>encourage people to live and work in our town</a:t>
              </a:r>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1" name="Google Shape;421;p13"/>
            <p:cNvSpPr/>
            <p:nvPr/>
          </p:nvSpPr>
          <p:spPr>
            <a:xfrm>
              <a:off x="3303575" y="32230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2" name="Google Shape;422;p13"/>
            <p:cNvSpPr/>
            <p:nvPr/>
          </p:nvSpPr>
          <p:spPr>
            <a:xfrm>
              <a:off x="3303575" y="40137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3" name="Google Shape;423;p13"/>
            <p:cNvSpPr/>
            <p:nvPr/>
          </p:nvSpPr>
          <p:spPr>
            <a:xfrm>
              <a:off x="3303550" y="24323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424" name="Google Shape;424;p13"/>
          <p:cNvGrpSpPr/>
          <p:nvPr/>
        </p:nvGrpSpPr>
        <p:grpSpPr>
          <a:xfrm>
            <a:off x="-73795" y="0"/>
            <a:ext cx="493925" cy="6858300"/>
            <a:chOff x="-83523" y="0"/>
            <a:chExt cx="493925" cy="6858300"/>
          </a:xfrm>
        </p:grpSpPr>
        <p:sp>
          <p:nvSpPr>
            <p:cNvPr id="425" name="Google Shape;425;p13"/>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6" name="Google Shape;426;p13"/>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7" name="Google Shape;427;p13"/>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8" name="Google Shape;428;p13"/>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9" name="Google Shape;429;p13"/>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30" name="Google Shape;430;p13"/>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31" name="Google Shape;431;p13"/>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32" name="Google Shape;432;p13"/>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33" name="Google Shape;433;p13"/>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34" name="Google Shape;434;p13"/>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2F3F24DF-D3A8-AA27-C221-18B9F4769F71}"/>
              </a:ext>
            </a:extLst>
          </p:cNvPr>
          <p:cNvSpPr txBox="1"/>
          <p:nvPr/>
        </p:nvSpPr>
        <p:spPr>
          <a:xfrm>
            <a:off x="4693186" y="3429000"/>
            <a:ext cx="6004192" cy="400110"/>
          </a:xfrm>
          <a:prstGeom prst="rect">
            <a:avLst/>
          </a:prstGeom>
          <a:noFill/>
        </p:spPr>
        <p:txBody>
          <a:bodyPr wrap="square" rtlCol="0">
            <a:spAutoFit/>
          </a:bodyPr>
          <a:lstStyle/>
          <a:p>
            <a:r>
              <a:rPr lang="en-US" sz="2000" dirty="0"/>
              <a:t>It should be affordable and sustainable to build</a:t>
            </a:r>
            <a:r>
              <a:rPr lang="en-US" dirty="0"/>
              <a:t>.</a:t>
            </a:r>
            <a:endParaRPr lang="en-AU" dirty="0"/>
          </a:p>
        </p:txBody>
      </p:sp>
      <p:sp>
        <p:nvSpPr>
          <p:cNvPr id="3" name="TextBox 2">
            <a:extLst>
              <a:ext uri="{FF2B5EF4-FFF2-40B4-BE49-F238E27FC236}">
                <a16:creationId xmlns:a16="http://schemas.microsoft.com/office/drawing/2014/main" id="{895FE8E2-4BA4-B986-4B2E-4B74B27CFCFF}"/>
              </a:ext>
            </a:extLst>
          </p:cNvPr>
          <p:cNvSpPr txBox="1"/>
          <p:nvPr/>
        </p:nvSpPr>
        <p:spPr>
          <a:xfrm>
            <a:off x="4770304" y="4594034"/>
            <a:ext cx="5838939" cy="400110"/>
          </a:xfrm>
          <a:prstGeom prst="rect">
            <a:avLst/>
          </a:prstGeom>
          <a:noFill/>
        </p:spPr>
        <p:txBody>
          <a:bodyPr wrap="square" rtlCol="0">
            <a:spAutoFit/>
          </a:bodyPr>
          <a:lstStyle/>
          <a:p>
            <a:r>
              <a:rPr lang="en-US" sz="2000" dirty="0"/>
              <a:t>It must be accessible and safe for everyone.</a:t>
            </a:r>
            <a:endParaRPr lang="en-AU" sz="2000" dirty="0"/>
          </a:p>
        </p:txBody>
      </p:sp>
      <p:sp>
        <p:nvSpPr>
          <p:cNvPr id="4" name="TextBox 3">
            <a:extLst>
              <a:ext uri="{FF2B5EF4-FFF2-40B4-BE49-F238E27FC236}">
                <a16:creationId xmlns:a16="http://schemas.microsoft.com/office/drawing/2014/main" id="{51277D3F-B420-3C34-A98C-3D537A4463F2}"/>
              </a:ext>
            </a:extLst>
          </p:cNvPr>
          <p:cNvSpPr txBox="1"/>
          <p:nvPr/>
        </p:nvSpPr>
        <p:spPr>
          <a:xfrm>
            <a:off x="4770304" y="5883007"/>
            <a:ext cx="5640636" cy="400110"/>
          </a:xfrm>
          <a:prstGeom prst="rect">
            <a:avLst/>
          </a:prstGeom>
          <a:noFill/>
        </p:spPr>
        <p:txBody>
          <a:bodyPr wrap="square" rtlCol="0">
            <a:spAutoFit/>
          </a:bodyPr>
          <a:lstStyle/>
          <a:p>
            <a:r>
              <a:rPr lang="en-US" sz="2000" dirty="0"/>
              <a:t>It will improve the community</a:t>
            </a:r>
            <a:r>
              <a:rPr lang="en-US" dirty="0"/>
              <a:t>.</a:t>
            </a:r>
            <a:endParaRPr lang="en-A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14"/>
          <p:cNvSpPr/>
          <p:nvPr/>
        </p:nvSpPr>
        <p:spPr>
          <a:xfrm>
            <a:off x="326879" y="0"/>
            <a:ext cx="11864955" cy="68580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aphicFrame>
        <p:nvGraphicFramePr>
          <p:cNvPr id="440" name="Google Shape;440;p14"/>
          <p:cNvGraphicFramePr/>
          <p:nvPr/>
        </p:nvGraphicFramePr>
        <p:xfrm>
          <a:off x="4012667" y="705558"/>
          <a:ext cx="7713700" cy="5896725"/>
        </p:xfrm>
        <a:graphic>
          <a:graphicData uri="http://schemas.openxmlformats.org/drawingml/2006/table">
            <a:tbl>
              <a:tblPr>
                <a:noFill/>
                <a:tableStyleId>{E5B5EC9E-9983-4339-AEF5-35140938B591}</a:tableStyleId>
              </a:tblPr>
              <a:tblGrid>
                <a:gridCol w="1509375">
                  <a:extLst>
                    <a:ext uri="{9D8B030D-6E8A-4147-A177-3AD203B41FA5}">
                      <a16:colId xmlns:a16="http://schemas.microsoft.com/office/drawing/2014/main" val="20000"/>
                    </a:ext>
                  </a:extLst>
                </a:gridCol>
                <a:gridCol w="1509375">
                  <a:extLst>
                    <a:ext uri="{9D8B030D-6E8A-4147-A177-3AD203B41FA5}">
                      <a16:colId xmlns:a16="http://schemas.microsoft.com/office/drawing/2014/main" val="20001"/>
                    </a:ext>
                  </a:extLst>
                </a:gridCol>
                <a:gridCol w="1509375">
                  <a:extLst>
                    <a:ext uri="{9D8B030D-6E8A-4147-A177-3AD203B41FA5}">
                      <a16:colId xmlns:a16="http://schemas.microsoft.com/office/drawing/2014/main" val="20002"/>
                    </a:ext>
                  </a:extLst>
                </a:gridCol>
                <a:gridCol w="1509375">
                  <a:extLst>
                    <a:ext uri="{9D8B030D-6E8A-4147-A177-3AD203B41FA5}">
                      <a16:colId xmlns:a16="http://schemas.microsoft.com/office/drawing/2014/main" val="20003"/>
                    </a:ext>
                  </a:extLst>
                </a:gridCol>
                <a:gridCol w="1676200">
                  <a:extLst>
                    <a:ext uri="{9D8B030D-6E8A-4147-A177-3AD203B41FA5}">
                      <a16:colId xmlns:a16="http://schemas.microsoft.com/office/drawing/2014/main" val="20004"/>
                    </a:ext>
                  </a:extLst>
                </a:gridCol>
              </a:tblGrid>
              <a:tr h="554800">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0"/>
                  </a:ext>
                </a:extLst>
              </a:tr>
              <a:tr h="55480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Smart waste sorting &amp; recycling tech</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Zero-waste community initiatives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Laws to protect ecosystems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Entrepreneurship training in schools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Advanced water recycling 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544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Climate-resistant buildings &amp; early warning 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Community business incubators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Stronger climate adaptation policies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Teaching climate change adaptation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Electric vehicle charging stations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2"/>
                  </a:ext>
                </a:extLst>
              </a:tr>
              <a:tr h="6507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Smart transport 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Local networking &amp; mentoring programs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Rent control &amp; affordable housing policies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Career education focused on regional opportunities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Better road and bridge maintenance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3"/>
                  </a:ext>
                </a:extLst>
              </a:tr>
              <a:tr h="7544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3D-printed eco-homes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Cooperative housing projects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Government investment in roads &amp; public services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Teaching students about infrastructure planning</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Expanded public transport networks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4"/>
                  </a:ext>
                </a:extLst>
              </a:tr>
              <a:tr h="693525">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AI-powered mental health apps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Emergency response teams &amp; resilience training</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Free regional mental health clinics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Mental health education in schools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High-speed internet for all areas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5"/>
                  </a:ext>
                </a:extLst>
              </a:tr>
              <a:tr h="6446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Online marketplaces for local goods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Peer support &amp; well-being programs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Funding for regional job creation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Sustainability education programs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Smart grids for renewable energy</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6"/>
                  </a:ext>
                </a:extLst>
              </a:tr>
              <a:tr h="6446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Remote work hubs &amp; co-working spaces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Community tree-planting &amp; wildlife protection groups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Tax incentives for startups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Teaching sustainable housing design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Affordable modular housing developments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7"/>
                  </a:ext>
                </a:extLst>
              </a:tr>
              <a:tr h="6446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Rewilding projects &amp; AI conservation tracking</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Volunteer repair &amp; maintenance groups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Bans on single-use plastics &amp; stronger regulations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Environmental education in schools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Green urban spaces &amp; rooftop gardens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8"/>
                  </a:ext>
                </a:extLst>
              </a:tr>
            </a:tbl>
          </a:graphicData>
        </a:graphic>
      </p:graphicFrame>
      <p:sp>
        <p:nvSpPr>
          <p:cNvPr id="441" name="Google Shape;441;p14"/>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442" name="Google Shape;442;p14"/>
          <p:cNvSpPr/>
          <p:nvPr/>
        </p:nvSpPr>
        <p:spPr>
          <a:xfrm>
            <a:off x="586290" y="705557"/>
            <a:ext cx="2833527"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Use your personal knowledge and this Morphological Matrix to help generate ideas for the type of designs you will create for an audience of your choosing.</a:t>
            </a: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On the next page, you can mix and match options from each column to generate different design options.</a:t>
            </a:r>
            <a:endParaRPr sz="1333">
              <a:solidFill>
                <a:schemeClr val="dk1"/>
              </a:solidFill>
              <a:latin typeface="Arial"/>
              <a:ea typeface="Arial"/>
              <a:cs typeface="Arial"/>
              <a:sym typeface="Arial"/>
            </a:endParaRPr>
          </a:p>
        </p:txBody>
      </p:sp>
      <p:sp>
        <p:nvSpPr>
          <p:cNvPr id="443" name="Google Shape;443;p14"/>
          <p:cNvSpPr txBox="1"/>
          <p:nvPr/>
        </p:nvSpPr>
        <p:spPr>
          <a:xfrm>
            <a:off x="5534847" y="112561"/>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lt1"/>
                </a:solidFill>
                <a:latin typeface="Arial"/>
                <a:ea typeface="Arial"/>
                <a:cs typeface="Arial"/>
                <a:sym typeface="Arial"/>
              </a:rPr>
              <a:t>Morphological Matrix</a:t>
            </a:r>
            <a:endParaRPr sz="2133" b="1">
              <a:solidFill>
                <a:schemeClr val="lt1"/>
              </a:solidFill>
              <a:latin typeface="Arial"/>
              <a:ea typeface="Arial"/>
              <a:cs typeface="Arial"/>
              <a:sym typeface="Arial"/>
            </a:endParaRPr>
          </a:p>
        </p:txBody>
      </p:sp>
      <p:sp>
        <p:nvSpPr>
          <p:cNvPr id="444" name="Google Shape;444;p14"/>
          <p:cNvSpPr txBox="1"/>
          <p:nvPr/>
        </p:nvSpPr>
        <p:spPr>
          <a:xfrm>
            <a:off x="589998" y="370310"/>
            <a:ext cx="2944677"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a:p>
        </p:txBody>
      </p:sp>
      <p:grpSp>
        <p:nvGrpSpPr>
          <p:cNvPr id="445" name="Google Shape;445;p14"/>
          <p:cNvGrpSpPr/>
          <p:nvPr/>
        </p:nvGrpSpPr>
        <p:grpSpPr>
          <a:xfrm>
            <a:off x="-73795" y="0"/>
            <a:ext cx="493925" cy="6858300"/>
            <a:chOff x="-83523" y="0"/>
            <a:chExt cx="493925" cy="6858300"/>
          </a:xfrm>
        </p:grpSpPr>
        <p:sp>
          <p:nvSpPr>
            <p:cNvPr id="446" name="Google Shape;446;p14"/>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47" name="Google Shape;447;p14"/>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48" name="Google Shape;448;p14"/>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49" name="Google Shape;449;p14"/>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50" name="Google Shape;450;p14"/>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51" name="Google Shape;451;p14"/>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52" name="Google Shape;452;p14"/>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53" name="Google Shape;453;p14"/>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54" name="Google Shape;454;p14"/>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55" name="Google Shape;455;p14"/>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15"/>
          <p:cNvSpPr/>
          <p:nvPr/>
        </p:nvSpPr>
        <p:spPr>
          <a:xfrm>
            <a:off x="0" y="0"/>
            <a:ext cx="12229267" cy="6858000"/>
          </a:xfrm>
          <a:prstGeom prst="rect">
            <a:avLst/>
          </a:prstGeom>
          <a:solidFill>
            <a:srgbClr val="B44484"/>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aphicFrame>
        <p:nvGraphicFramePr>
          <p:cNvPr id="461" name="Google Shape;461;p15"/>
          <p:cNvGraphicFramePr/>
          <p:nvPr>
            <p:extLst>
              <p:ext uri="{D42A27DB-BD31-4B8C-83A1-F6EECF244321}">
                <p14:modId xmlns:p14="http://schemas.microsoft.com/office/powerpoint/2010/main" val="1220464299"/>
              </p:ext>
            </p:extLst>
          </p:nvPr>
        </p:nvGraphicFramePr>
        <p:xfrm>
          <a:off x="4455432" y="413133"/>
          <a:ext cx="7146550" cy="2436850"/>
        </p:xfrm>
        <a:graphic>
          <a:graphicData uri="http://schemas.openxmlformats.org/drawingml/2006/table">
            <a:tbl>
              <a:tblPr>
                <a:noFill/>
                <a:tableStyleId>{E5B5EC9E-9983-4339-AEF5-35140938B591}</a:tableStyleId>
              </a:tblPr>
              <a:tblGrid>
                <a:gridCol w="1398400">
                  <a:extLst>
                    <a:ext uri="{9D8B030D-6E8A-4147-A177-3AD203B41FA5}">
                      <a16:colId xmlns:a16="http://schemas.microsoft.com/office/drawing/2014/main" val="20000"/>
                    </a:ext>
                  </a:extLst>
                </a:gridCol>
                <a:gridCol w="1398400">
                  <a:extLst>
                    <a:ext uri="{9D8B030D-6E8A-4147-A177-3AD203B41FA5}">
                      <a16:colId xmlns:a16="http://schemas.microsoft.com/office/drawing/2014/main" val="20001"/>
                    </a:ext>
                  </a:extLst>
                </a:gridCol>
                <a:gridCol w="1398400">
                  <a:extLst>
                    <a:ext uri="{9D8B030D-6E8A-4147-A177-3AD203B41FA5}">
                      <a16:colId xmlns:a16="http://schemas.microsoft.com/office/drawing/2014/main" val="20002"/>
                    </a:ext>
                  </a:extLst>
                </a:gridCol>
                <a:gridCol w="1398400">
                  <a:extLst>
                    <a:ext uri="{9D8B030D-6E8A-4147-A177-3AD203B41FA5}">
                      <a16:colId xmlns:a16="http://schemas.microsoft.com/office/drawing/2014/main" val="20003"/>
                    </a:ext>
                  </a:extLst>
                </a:gridCol>
                <a:gridCol w="1552950">
                  <a:extLst>
                    <a:ext uri="{9D8B030D-6E8A-4147-A177-3AD203B41FA5}">
                      <a16:colId xmlns:a16="http://schemas.microsoft.com/office/drawing/2014/main" val="20004"/>
                    </a:ext>
                  </a:extLst>
                </a:gridCol>
              </a:tblGrid>
              <a:tr h="760525">
                <a:tc gridSpan="5">
                  <a:txBody>
                    <a:bodyPr/>
                    <a:lstStyle/>
                    <a:p>
                      <a:pPr marL="0" marR="0" lvl="0" indent="0" algn="ctr" rtl="0">
                        <a:spcBef>
                          <a:spcPts val="0"/>
                        </a:spcBef>
                        <a:spcAft>
                          <a:spcPts val="0"/>
                        </a:spcAft>
                        <a:buClr>
                          <a:schemeClr val="dk1"/>
                        </a:buClr>
                        <a:buSzPts val="1100"/>
                        <a:buFont typeface="Arial"/>
                        <a:buNone/>
                      </a:pPr>
                      <a:r>
                        <a:rPr lang="en-GB" sz="1700" u="none" strike="noStrike" cap="none">
                          <a:solidFill>
                            <a:schemeClr val="dk1"/>
                          </a:solidFill>
                        </a:rPr>
                        <a:t>Design Option #1</a:t>
                      </a: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86CC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5725">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lgn="ctr">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2712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AU" dirty="0"/>
                        <a:t>Smart energy meters and solar-powered streetlights</a:t>
                      </a:r>
                    </a:p>
                    <a:p>
                      <a:pPr>
                        <a:buNone/>
                      </a:pPr>
                      <a:endParaRPr lang="en-AU" dirty="0"/>
                    </a:p>
                  </a:txBody>
                  <a:tcPr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r>
                        <a:rPr lang="en-AU" sz="1400" dirty="0"/>
                        <a:t>Community gardens and local markets</a:t>
                      </a:r>
                      <a:endParaRPr sz="1400" b="1" u="none" strike="noStrike" cap="none" dirty="0"/>
                    </a:p>
                  </a:txBody>
                  <a:tcPr marL="121900" marR="121900" marT="121900" marB="121900" anchor="ctr">
                    <a:lnL w="9525" cap="flat" cmpd="sng" algn="ctr">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r>
                        <a:rPr lang="en-AU" sz="1400" dirty="0"/>
                        <a:t>Grants for renewable energy and green buildings</a:t>
                      </a:r>
                      <a:endParaRPr sz="14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r>
                        <a:rPr lang="en-AU" sz="1400" dirty="0"/>
                        <a:t>Grants for renewable energy and green buildings</a:t>
                      </a:r>
                      <a:endParaRPr sz="14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r>
                        <a:rPr lang="en-AU" sz="1400" dirty="0"/>
                        <a:t>More bike lanes, EV charging stations, and parks</a:t>
                      </a:r>
                      <a:endParaRPr sz="14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graphicFrame>
        <p:nvGraphicFramePr>
          <p:cNvPr id="462" name="Google Shape;462;p15"/>
          <p:cNvGraphicFramePr/>
          <p:nvPr>
            <p:extLst>
              <p:ext uri="{D42A27DB-BD31-4B8C-83A1-F6EECF244321}">
                <p14:modId xmlns:p14="http://schemas.microsoft.com/office/powerpoint/2010/main" val="2872645923"/>
              </p:ext>
            </p:extLst>
          </p:nvPr>
        </p:nvGraphicFramePr>
        <p:xfrm>
          <a:off x="4466733" y="2557715"/>
          <a:ext cx="7135300" cy="2436850"/>
        </p:xfrm>
        <a:graphic>
          <a:graphicData uri="http://schemas.openxmlformats.org/drawingml/2006/table">
            <a:tbl>
              <a:tblPr>
                <a:noFill/>
                <a:tableStyleId>{E5B5EC9E-9983-4339-AEF5-35140938B591}</a:tableStyleId>
              </a:tblPr>
              <a:tblGrid>
                <a:gridCol w="1396200">
                  <a:extLst>
                    <a:ext uri="{9D8B030D-6E8A-4147-A177-3AD203B41FA5}">
                      <a16:colId xmlns:a16="http://schemas.microsoft.com/office/drawing/2014/main" val="20000"/>
                    </a:ext>
                  </a:extLst>
                </a:gridCol>
                <a:gridCol w="1396200">
                  <a:extLst>
                    <a:ext uri="{9D8B030D-6E8A-4147-A177-3AD203B41FA5}">
                      <a16:colId xmlns:a16="http://schemas.microsoft.com/office/drawing/2014/main" val="20001"/>
                    </a:ext>
                  </a:extLst>
                </a:gridCol>
                <a:gridCol w="1396200">
                  <a:extLst>
                    <a:ext uri="{9D8B030D-6E8A-4147-A177-3AD203B41FA5}">
                      <a16:colId xmlns:a16="http://schemas.microsoft.com/office/drawing/2014/main" val="20002"/>
                    </a:ext>
                  </a:extLst>
                </a:gridCol>
                <a:gridCol w="1396200">
                  <a:extLst>
                    <a:ext uri="{9D8B030D-6E8A-4147-A177-3AD203B41FA5}">
                      <a16:colId xmlns:a16="http://schemas.microsoft.com/office/drawing/2014/main" val="20003"/>
                    </a:ext>
                  </a:extLst>
                </a:gridCol>
                <a:gridCol w="1550500">
                  <a:extLst>
                    <a:ext uri="{9D8B030D-6E8A-4147-A177-3AD203B41FA5}">
                      <a16:colId xmlns:a16="http://schemas.microsoft.com/office/drawing/2014/main" val="20004"/>
                    </a:ext>
                  </a:extLst>
                </a:gridCol>
              </a:tblGrid>
              <a:tr h="760525">
                <a:tc gridSpan="5">
                  <a:txBody>
                    <a:bodyPr/>
                    <a:lstStyle/>
                    <a:p>
                      <a:pPr marL="0" marR="0" lvl="0" indent="0" algn="ctr" rtl="0">
                        <a:spcBef>
                          <a:spcPts val="0"/>
                        </a:spcBef>
                        <a:spcAft>
                          <a:spcPts val="0"/>
                        </a:spcAft>
                        <a:buClr>
                          <a:schemeClr val="dk1"/>
                        </a:buClr>
                        <a:buSzPts val="1100"/>
                        <a:buFont typeface="Arial"/>
                        <a:buNone/>
                      </a:pPr>
                      <a:r>
                        <a:rPr lang="en-GB" sz="1700" u="none" strike="noStrike" cap="none">
                          <a:solidFill>
                            <a:schemeClr val="dk1"/>
                          </a:solidFill>
                        </a:rPr>
                        <a:t>Design Option #2</a:t>
                      </a: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00B05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5725">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27125">
                <a:tc>
                  <a:txBody>
                    <a:bodyPr/>
                    <a:lstStyle/>
                    <a:p>
                      <a:pPr marL="0" marR="0" lvl="0" indent="0" algn="ctr" rtl="0">
                        <a:spcBef>
                          <a:spcPts val="0"/>
                        </a:spcBef>
                        <a:spcAft>
                          <a:spcPts val="0"/>
                        </a:spcAft>
                        <a:buClr>
                          <a:schemeClr val="dk1"/>
                        </a:buClr>
                        <a:buSzPts val="800"/>
                        <a:buFont typeface="Arial"/>
                        <a:buNone/>
                      </a:pPr>
                      <a:r>
                        <a:rPr lang="en-AU" sz="1400" dirty="0"/>
                        <a:t>Smart waste bins and recycling technology</a:t>
                      </a:r>
                      <a:endParaRPr sz="14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r>
                        <a:rPr lang="en-AU" sz="1400" dirty="0"/>
                        <a:t>Smart waste bins and recycling technology</a:t>
                      </a:r>
                      <a:endParaRPr sz="14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r>
                        <a:rPr lang="en-AU" sz="1400" dirty="0"/>
                        <a:t>Smart waste bins and recycling technology</a:t>
                      </a:r>
                      <a:endParaRPr sz="14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r>
                        <a:rPr lang="en-AU" sz="1400" dirty="0"/>
                        <a:t>Public campaigns on recycling and conserving energy</a:t>
                      </a:r>
                      <a:endParaRPr sz="14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r>
                        <a:rPr lang="en-AU" sz="1400" dirty="0"/>
                        <a:t>Improved recycling centres, walking paths, and green spaces</a:t>
                      </a:r>
                      <a:endParaRPr sz="1400" b="0"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graphicFrame>
        <p:nvGraphicFramePr>
          <p:cNvPr id="463" name="Google Shape;463;p15"/>
          <p:cNvGraphicFramePr/>
          <p:nvPr>
            <p:extLst>
              <p:ext uri="{D42A27DB-BD31-4B8C-83A1-F6EECF244321}">
                <p14:modId xmlns:p14="http://schemas.microsoft.com/office/powerpoint/2010/main" val="1953744504"/>
              </p:ext>
            </p:extLst>
          </p:nvPr>
        </p:nvGraphicFramePr>
        <p:xfrm>
          <a:off x="4455432" y="4712456"/>
          <a:ext cx="7135300" cy="2436850"/>
        </p:xfrm>
        <a:graphic>
          <a:graphicData uri="http://schemas.openxmlformats.org/drawingml/2006/table">
            <a:tbl>
              <a:tblPr>
                <a:noFill/>
                <a:tableStyleId>{E5B5EC9E-9983-4339-AEF5-35140938B591}</a:tableStyleId>
              </a:tblPr>
              <a:tblGrid>
                <a:gridCol w="1396200">
                  <a:extLst>
                    <a:ext uri="{9D8B030D-6E8A-4147-A177-3AD203B41FA5}">
                      <a16:colId xmlns:a16="http://schemas.microsoft.com/office/drawing/2014/main" val="20000"/>
                    </a:ext>
                  </a:extLst>
                </a:gridCol>
                <a:gridCol w="1396200">
                  <a:extLst>
                    <a:ext uri="{9D8B030D-6E8A-4147-A177-3AD203B41FA5}">
                      <a16:colId xmlns:a16="http://schemas.microsoft.com/office/drawing/2014/main" val="20001"/>
                    </a:ext>
                  </a:extLst>
                </a:gridCol>
                <a:gridCol w="1396200">
                  <a:extLst>
                    <a:ext uri="{9D8B030D-6E8A-4147-A177-3AD203B41FA5}">
                      <a16:colId xmlns:a16="http://schemas.microsoft.com/office/drawing/2014/main" val="20002"/>
                    </a:ext>
                  </a:extLst>
                </a:gridCol>
                <a:gridCol w="1396200">
                  <a:extLst>
                    <a:ext uri="{9D8B030D-6E8A-4147-A177-3AD203B41FA5}">
                      <a16:colId xmlns:a16="http://schemas.microsoft.com/office/drawing/2014/main" val="20003"/>
                    </a:ext>
                  </a:extLst>
                </a:gridCol>
                <a:gridCol w="1550500">
                  <a:extLst>
                    <a:ext uri="{9D8B030D-6E8A-4147-A177-3AD203B41FA5}">
                      <a16:colId xmlns:a16="http://schemas.microsoft.com/office/drawing/2014/main" val="20004"/>
                    </a:ext>
                  </a:extLst>
                </a:gridCol>
              </a:tblGrid>
              <a:tr h="760525">
                <a:tc gridSpan="5">
                  <a:txBody>
                    <a:bodyPr/>
                    <a:lstStyle/>
                    <a:p>
                      <a:pPr marL="0" marR="0" lvl="0" indent="0" algn="ctr" rtl="0">
                        <a:spcBef>
                          <a:spcPts val="0"/>
                        </a:spcBef>
                        <a:spcAft>
                          <a:spcPts val="0"/>
                        </a:spcAft>
                        <a:buClr>
                          <a:schemeClr val="dk1"/>
                        </a:buClr>
                        <a:buSzPts val="1100"/>
                        <a:buFont typeface="Arial"/>
                        <a:buNone/>
                      </a:pPr>
                      <a:r>
                        <a:rPr lang="en-GB" sz="1700" u="none" strike="noStrike" cap="none">
                          <a:solidFill>
                            <a:schemeClr val="dk1"/>
                          </a:solidFill>
                        </a:rPr>
                        <a:t>Design Option #3</a:t>
                      </a: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5725">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27125">
                <a:tc>
                  <a:txBody>
                    <a:bodyPr/>
                    <a:lstStyle/>
                    <a:p>
                      <a:pPr marL="0" marR="0" lvl="0" indent="0" algn="ctr" rtl="0">
                        <a:spcBef>
                          <a:spcPts val="0"/>
                        </a:spcBef>
                        <a:spcAft>
                          <a:spcPts val="0"/>
                        </a:spcAft>
                        <a:buClr>
                          <a:schemeClr val="dk1"/>
                        </a:buClr>
                        <a:buSzPts val="800"/>
                        <a:buFont typeface="Arial"/>
                        <a:buNone/>
                      </a:pPr>
                      <a:r>
                        <a:rPr lang="en-AU" sz="1400" dirty="0"/>
                        <a:t>Traffic sensors and smart public transport</a:t>
                      </a:r>
                      <a:endParaRPr sz="14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r>
                        <a:rPr lang="en-AU" sz="1400" dirty="0"/>
                        <a:t>Car-sharing and volunteer community groups</a:t>
                      </a:r>
                      <a:endParaRPr sz="14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r>
                        <a:rPr lang="en-AU" sz="1400" dirty="0"/>
                        <a:t>Investment in public transport and affordable housing</a:t>
                      </a:r>
                      <a:endParaRPr sz="14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r>
                        <a:rPr lang="en-AU" sz="1400" dirty="0"/>
                        <a:t>Awareness campaigns promoting public transport</a:t>
                      </a:r>
                      <a:endParaRPr sz="14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r>
                        <a:rPr lang="en-AU" sz="1400" dirty="0"/>
                        <a:t>Electric buses, upgraded train stations, and mixed-use developments</a:t>
                      </a:r>
                      <a:endParaRPr sz="1400" b="1" u="none" strike="noStrike" cap="none" dirty="0"/>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
        <p:nvSpPr>
          <p:cNvPr id="464" name="Google Shape;464;p15"/>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465" name="Google Shape;465;p15"/>
          <p:cNvSpPr txBox="1"/>
          <p:nvPr/>
        </p:nvSpPr>
        <p:spPr>
          <a:xfrm>
            <a:off x="589998" y="370310"/>
            <a:ext cx="2944677"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a:p>
        </p:txBody>
      </p:sp>
      <p:sp>
        <p:nvSpPr>
          <p:cNvPr id="466" name="Google Shape;466;p15"/>
          <p:cNvSpPr/>
          <p:nvPr/>
        </p:nvSpPr>
        <p:spPr>
          <a:xfrm>
            <a:off x="586290" y="705557"/>
            <a:ext cx="2833527"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Use this page to create 3 possible design options to meet your design challenge.</a:t>
            </a:r>
            <a:endParaRPr/>
          </a:p>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Get feedback from others to help you decide which one to further develop into a final solution.</a:t>
            </a:r>
            <a:endParaRPr/>
          </a:p>
        </p:txBody>
      </p:sp>
      <p:grpSp>
        <p:nvGrpSpPr>
          <p:cNvPr id="467" name="Google Shape;467;p15"/>
          <p:cNvGrpSpPr/>
          <p:nvPr/>
        </p:nvGrpSpPr>
        <p:grpSpPr>
          <a:xfrm>
            <a:off x="-83523" y="0"/>
            <a:ext cx="493925" cy="6858300"/>
            <a:chOff x="-83523" y="0"/>
            <a:chExt cx="493925" cy="6858300"/>
          </a:xfrm>
        </p:grpSpPr>
        <p:sp>
          <p:nvSpPr>
            <p:cNvPr id="468" name="Google Shape;468;p15"/>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69" name="Google Shape;469;p15"/>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0" name="Google Shape;470;p15"/>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1" name="Google Shape;471;p15"/>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2" name="Google Shape;472;p15"/>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3" name="Google Shape;473;p15"/>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74" name="Google Shape;474;p15"/>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75" name="Google Shape;475;p15"/>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76" name="Google Shape;476;p15"/>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77" name="Google Shape;477;p15"/>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16"/>
          <p:cNvSpPr/>
          <p:nvPr/>
        </p:nvSpPr>
        <p:spPr>
          <a:xfrm>
            <a:off x="395833" y="1276000"/>
            <a:ext cx="3332000"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Create game structure proposals by selecting and combining different options in the Morphological Matrix page.</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You can also start sketching ideas at this stage if it helps you to visualise your ideas.</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Informal feedback from classmates might also help if you are stuck.</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Choose your favourite structure to further develop in the following stages</a:t>
            </a:r>
            <a:endParaRPr sz="1733">
              <a:solidFill>
                <a:schemeClr val="dk1"/>
              </a:solidFill>
              <a:latin typeface="Arial"/>
              <a:ea typeface="Arial"/>
              <a:cs typeface="Arial"/>
              <a:sym typeface="Arial"/>
            </a:endParaRPr>
          </a:p>
        </p:txBody>
      </p:sp>
      <p:sp>
        <p:nvSpPr>
          <p:cNvPr id="483" name="Google Shape;483;p16"/>
          <p:cNvSpPr/>
          <p:nvPr/>
        </p:nvSpPr>
        <p:spPr>
          <a:xfrm>
            <a:off x="0" y="0"/>
            <a:ext cx="12229267" cy="6858000"/>
          </a:xfrm>
          <a:prstGeom prst="rect">
            <a:avLst/>
          </a:prstGeom>
          <a:solidFill>
            <a:srgbClr val="B44484"/>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84" name="Google Shape;484;p16"/>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485" name="Google Shape;485;p16"/>
          <p:cNvSpPr txBox="1"/>
          <p:nvPr/>
        </p:nvSpPr>
        <p:spPr>
          <a:xfrm>
            <a:off x="589998" y="370310"/>
            <a:ext cx="294467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400" b="1">
                <a:solidFill>
                  <a:schemeClr val="dk1"/>
                </a:solidFill>
                <a:latin typeface="Arial"/>
                <a:ea typeface="Arial"/>
                <a:cs typeface="Arial"/>
                <a:sym typeface="Arial"/>
              </a:rPr>
              <a:t>Generating &amp; Designing</a:t>
            </a:r>
            <a:endParaRPr/>
          </a:p>
        </p:txBody>
      </p:sp>
      <p:sp>
        <p:nvSpPr>
          <p:cNvPr id="486" name="Google Shape;486;p16"/>
          <p:cNvSpPr/>
          <p:nvPr/>
        </p:nvSpPr>
        <p:spPr>
          <a:xfrm>
            <a:off x="3839673" y="278971"/>
            <a:ext cx="8098327" cy="6323307"/>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87" name="Google Shape;487;p16"/>
          <p:cNvSpPr txBox="1"/>
          <p:nvPr/>
        </p:nvSpPr>
        <p:spPr>
          <a:xfrm>
            <a:off x="692548" y="644129"/>
            <a:ext cx="2671160" cy="3247002"/>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300">
                <a:solidFill>
                  <a:schemeClr val="dk1"/>
                </a:solidFill>
                <a:latin typeface="Arial"/>
                <a:ea typeface="Arial"/>
                <a:cs typeface="Arial"/>
                <a:sym typeface="Arial"/>
              </a:rPr>
              <a:t>Sketch your ideas for the features of your future town.</a:t>
            </a:r>
            <a:endParaRPr/>
          </a:p>
          <a:p>
            <a:pPr marL="285750" marR="0" lvl="0" indent="-285750" algn="l" rtl="0">
              <a:spcBef>
                <a:spcPts val="0"/>
              </a:spcBef>
              <a:spcAft>
                <a:spcPts val="0"/>
              </a:spcAft>
              <a:buClr>
                <a:schemeClr val="dk1"/>
              </a:buClr>
              <a:buSzPts val="1300"/>
              <a:buFont typeface="Arial"/>
              <a:buChar char="•"/>
            </a:pPr>
            <a:r>
              <a:rPr lang="en-GB" sz="1300">
                <a:solidFill>
                  <a:schemeClr val="dk1"/>
                </a:solidFill>
                <a:latin typeface="Arial"/>
                <a:ea typeface="Arial"/>
                <a:cs typeface="Arial"/>
                <a:sym typeface="Arial"/>
              </a:rPr>
              <a:t>Use your research to inspire creative and practical ideas.</a:t>
            </a:r>
            <a:endParaRPr/>
          </a:p>
          <a:p>
            <a:pPr marL="285750" marR="0" lvl="0" indent="-285750" algn="l" rtl="0">
              <a:spcBef>
                <a:spcPts val="0"/>
              </a:spcBef>
              <a:spcAft>
                <a:spcPts val="0"/>
              </a:spcAft>
              <a:buClr>
                <a:schemeClr val="dk1"/>
              </a:buClr>
              <a:buSzPts val="1300"/>
              <a:buFont typeface="Arial"/>
              <a:buChar char="•"/>
            </a:pPr>
            <a:r>
              <a:rPr lang="en-GB" sz="1300">
                <a:solidFill>
                  <a:schemeClr val="dk1"/>
                </a:solidFill>
                <a:latin typeface="Arial"/>
                <a:ea typeface="Arial"/>
                <a:cs typeface="Arial"/>
                <a:sym typeface="Arial"/>
              </a:rPr>
              <a:t>Highlight how these features will make the town more sustainable, accessible, and enjoyable for everyone.</a:t>
            </a:r>
            <a:endParaRPr/>
          </a:p>
          <a:p>
            <a:pPr marL="285750" marR="0" lvl="0" indent="-285750" algn="l" rtl="0">
              <a:spcBef>
                <a:spcPts val="0"/>
              </a:spcBef>
              <a:spcAft>
                <a:spcPts val="0"/>
              </a:spcAft>
              <a:buClr>
                <a:schemeClr val="dk1"/>
              </a:buClr>
              <a:buSzPts val="1300"/>
              <a:buFont typeface="Arial"/>
              <a:buChar char="•"/>
            </a:pPr>
            <a:r>
              <a:rPr lang="en-GB" sz="1300" b="1">
                <a:solidFill>
                  <a:schemeClr val="dk1"/>
                </a:solidFill>
                <a:latin typeface="Arial"/>
                <a:ea typeface="Arial"/>
                <a:cs typeface="Arial"/>
                <a:sym typeface="Arial"/>
              </a:rPr>
              <a:t>Add notes to explain </a:t>
            </a:r>
            <a:r>
              <a:rPr lang="en-GB" sz="1300">
                <a:solidFill>
                  <a:schemeClr val="dk1"/>
                </a:solidFill>
                <a:latin typeface="Arial"/>
                <a:ea typeface="Arial"/>
                <a:cs typeface="Arial"/>
                <a:sym typeface="Arial"/>
              </a:rPr>
              <a:t>the purpose, function, and design of each feature.</a:t>
            </a:r>
            <a:endParaRPr/>
          </a:p>
          <a:p>
            <a:pPr marL="285750" marR="0" lvl="0" indent="-285750" algn="l" rtl="0">
              <a:spcBef>
                <a:spcPts val="0"/>
              </a:spcBef>
              <a:spcAft>
                <a:spcPts val="0"/>
              </a:spcAft>
              <a:buClr>
                <a:schemeClr val="dk1"/>
              </a:buClr>
              <a:buSzPts val="1300"/>
              <a:buFont typeface="Arial"/>
              <a:buChar char="•"/>
            </a:pPr>
            <a:r>
              <a:rPr lang="en-GB" sz="1300">
                <a:solidFill>
                  <a:schemeClr val="dk1"/>
                </a:solidFill>
                <a:latin typeface="Arial"/>
                <a:ea typeface="Arial"/>
                <a:cs typeface="Arial"/>
                <a:sym typeface="Arial"/>
              </a:rPr>
              <a:t>You can </a:t>
            </a:r>
            <a:r>
              <a:rPr lang="en-GB" sz="1300" b="1">
                <a:solidFill>
                  <a:schemeClr val="dk1"/>
                </a:solidFill>
                <a:latin typeface="Arial"/>
                <a:ea typeface="Arial"/>
                <a:cs typeface="Arial"/>
                <a:sym typeface="Arial"/>
              </a:rPr>
              <a:t>draw your ideas </a:t>
            </a:r>
            <a:r>
              <a:rPr lang="en-GB" sz="1300">
                <a:solidFill>
                  <a:schemeClr val="dk1"/>
                </a:solidFill>
                <a:latin typeface="Arial"/>
                <a:ea typeface="Arial"/>
                <a:cs typeface="Arial"/>
                <a:sym typeface="Arial"/>
              </a:rPr>
              <a:t>on paper and upload photos or </a:t>
            </a:r>
            <a:r>
              <a:rPr lang="en-GB" sz="1300" b="1">
                <a:solidFill>
                  <a:schemeClr val="dk1"/>
                </a:solidFill>
                <a:latin typeface="Arial"/>
                <a:ea typeface="Arial"/>
                <a:cs typeface="Arial"/>
                <a:sym typeface="Arial"/>
              </a:rPr>
              <a:t>use CAD software </a:t>
            </a:r>
            <a:r>
              <a:rPr lang="en-GB" sz="1300">
                <a:solidFill>
                  <a:schemeClr val="dk1"/>
                </a:solidFill>
                <a:latin typeface="Arial"/>
                <a:ea typeface="Arial"/>
                <a:cs typeface="Arial"/>
                <a:sym typeface="Arial"/>
              </a:rPr>
              <a:t>if preferred. </a:t>
            </a:r>
            <a:endParaRPr/>
          </a:p>
        </p:txBody>
      </p:sp>
      <p:sp>
        <p:nvSpPr>
          <p:cNvPr id="488" name="Google Shape;488;p16"/>
          <p:cNvSpPr txBox="1"/>
          <p:nvPr/>
        </p:nvSpPr>
        <p:spPr>
          <a:xfrm>
            <a:off x="1054304" y="6073571"/>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sp>
        <p:nvSpPr>
          <p:cNvPr id="489" name="Google Shape;489;p16"/>
          <p:cNvSpPr txBox="1"/>
          <p:nvPr/>
        </p:nvSpPr>
        <p:spPr>
          <a:xfrm>
            <a:off x="4791603" y="336955"/>
            <a:ext cx="615901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a:solidFill>
                  <a:schemeClr val="dk1"/>
                </a:solidFill>
                <a:latin typeface="Arial"/>
                <a:ea typeface="Arial"/>
                <a:cs typeface="Arial"/>
                <a:sym typeface="Arial"/>
              </a:rPr>
              <a:t>Future Town Concept Features</a:t>
            </a:r>
            <a:endParaRPr/>
          </a:p>
        </p:txBody>
      </p:sp>
      <p:pic>
        <p:nvPicPr>
          <p:cNvPr id="490" name="Google Shape;490;p16" descr="48,511 City Block Sketch Royalty-Free Photos and Stock Images | Shutterstock"/>
          <p:cNvPicPr preferRelativeResize="0"/>
          <p:nvPr/>
        </p:nvPicPr>
        <p:blipFill rotWithShape="1">
          <a:blip r:embed="rId3">
            <a:alphaModFix/>
          </a:blip>
          <a:srcRect t="9253" b="9385"/>
          <a:stretch/>
        </p:blipFill>
        <p:spPr>
          <a:xfrm>
            <a:off x="1021883" y="4211291"/>
            <a:ext cx="2079899" cy="1549168"/>
          </a:xfrm>
          <a:prstGeom prst="rect">
            <a:avLst/>
          </a:prstGeom>
          <a:noFill/>
          <a:ln>
            <a:noFill/>
          </a:ln>
        </p:spPr>
      </p:pic>
      <p:grpSp>
        <p:nvGrpSpPr>
          <p:cNvPr id="491" name="Google Shape;491;p16"/>
          <p:cNvGrpSpPr/>
          <p:nvPr/>
        </p:nvGrpSpPr>
        <p:grpSpPr>
          <a:xfrm>
            <a:off x="-83523" y="0"/>
            <a:ext cx="493925" cy="6858300"/>
            <a:chOff x="-83523" y="0"/>
            <a:chExt cx="493925" cy="6858300"/>
          </a:xfrm>
        </p:grpSpPr>
        <p:sp>
          <p:nvSpPr>
            <p:cNvPr id="492" name="Google Shape;492;p16"/>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3" name="Google Shape;493;p16"/>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4" name="Google Shape;494;p16"/>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5" name="Google Shape;495;p16"/>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6" name="Google Shape;496;p16"/>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7" name="Google Shape;497;p16"/>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98" name="Google Shape;498;p16"/>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99" name="Google Shape;499;p16"/>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00" name="Google Shape;500;p16"/>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01" name="Google Shape;501;p16"/>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pic>
        <p:nvPicPr>
          <p:cNvPr id="3" name="Picture 2">
            <a:extLst>
              <a:ext uri="{FF2B5EF4-FFF2-40B4-BE49-F238E27FC236}">
                <a16:creationId xmlns:a16="http://schemas.microsoft.com/office/drawing/2014/main" id="{118E6724-86E4-F785-3733-BCDB60E1E04F}"/>
              </a:ext>
            </a:extLst>
          </p:cNvPr>
          <p:cNvPicPr>
            <a:picLocks noChangeAspect="1"/>
          </p:cNvPicPr>
          <p:nvPr/>
        </p:nvPicPr>
        <p:blipFill>
          <a:blip r:embed="rId4"/>
          <a:stretch>
            <a:fillRect/>
          </a:stretch>
        </p:blipFill>
        <p:spPr>
          <a:xfrm>
            <a:off x="4223015" y="1368471"/>
            <a:ext cx="7296185" cy="410410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17"/>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07" name="Google Shape;507;p17"/>
          <p:cNvSpPr txBox="1"/>
          <p:nvPr/>
        </p:nvSpPr>
        <p:spPr>
          <a:xfrm>
            <a:off x="2173933" y="758267"/>
            <a:ext cx="7323600" cy="229796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3">
                <a:solidFill>
                  <a:schemeClr val="lt1"/>
                </a:solidFill>
                <a:latin typeface="Arial"/>
                <a:ea typeface="Arial"/>
                <a:cs typeface="Arial"/>
                <a:sym typeface="Arial"/>
              </a:rPr>
              <a:t>Share</a:t>
            </a:r>
            <a:endParaRPr sz="13333">
              <a:solidFill>
                <a:schemeClr val="lt1"/>
              </a:solidFill>
              <a:latin typeface="Arial"/>
              <a:ea typeface="Arial"/>
              <a:cs typeface="Arial"/>
              <a:sym typeface="Arial"/>
            </a:endParaRPr>
          </a:p>
        </p:txBody>
      </p:sp>
      <p:sp>
        <p:nvSpPr>
          <p:cNvPr id="508" name="Google Shape;508;p17"/>
          <p:cNvSpPr txBox="1"/>
          <p:nvPr/>
        </p:nvSpPr>
        <p:spPr>
          <a:xfrm>
            <a:off x="2661052" y="3229348"/>
            <a:ext cx="6698000" cy="2400617"/>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a:solidFill>
                  <a:schemeClr val="dk1"/>
                </a:solidFill>
                <a:latin typeface="Arial"/>
                <a:ea typeface="Arial"/>
                <a:cs typeface="Arial"/>
                <a:sym typeface="Arial"/>
              </a:rPr>
              <a:t>What are the key areas you would like feedback on?</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challenges have you encountered?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opportunities have you identified?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b="1">
                <a:solidFill>
                  <a:schemeClr val="dk1"/>
                </a:solidFill>
                <a:latin typeface="Arial"/>
                <a:ea typeface="Arial"/>
                <a:cs typeface="Arial"/>
                <a:sym typeface="Arial"/>
              </a:rPr>
              <a:t>What’s next?</a:t>
            </a:r>
            <a:endParaRPr sz="2000" b="1">
              <a:solidFill>
                <a:schemeClr val="dk1"/>
              </a:solidFill>
              <a:latin typeface="Arial"/>
              <a:ea typeface="Arial"/>
              <a:cs typeface="Arial"/>
              <a:sym typeface="Arial"/>
            </a:endParaRPr>
          </a:p>
        </p:txBody>
      </p:sp>
      <p:grpSp>
        <p:nvGrpSpPr>
          <p:cNvPr id="509" name="Google Shape;509;p17"/>
          <p:cNvGrpSpPr/>
          <p:nvPr/>
        </p:nvGrpSpPr>
        <p:grpSpPr>
          <a:xfrm>
            <a:off x="-83523" y="0"/>
            <a:ext cx="493925" cy="6858300"/>
            <a:chOff x="-83523" y="0"/>
            <a:chExt cx="493925" cy="6858300"/>
          </a:xfrm>
        </p:grpSpPr>
        <p:sp>
          <p:nvSpPr>
            <p:cNvPr id="510" name="Google Shape;510;p17"/>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1" name="Google Shape;511;p17"/>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2" name="Google Shape;512;p17"/>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3" name="Google Shape;513;p17"/>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4" name="Google Shape;514;p17"/>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5" name="Google Shape;515;p17"/>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16" name="Google Shape;516;p17"/>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17" name="Google Shape;517;p17"/>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18" name="Google Shape;518;p17"/>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19" name="Google Shape;519;p17"/>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B1D1A-EAF8-A114-E331-60D6F4D0BFB0}"/>
              </a:ext>
            </a:extLst>
          </p:cNvPr>
          <p:cNvSpPr>
            <a:spLocks noGrp="1"/>
          </p:cNvSpPr>
          <p:nvPr>
            <p:ph type="title"/>
          </p:nvPr>
        </p:nvSpPr>
        <p:spPr>
          <a:xfrm>
            <a:off x="415600" y="233457"/>
            <a:ext cx="11360800" cy="1122400"/>
          </a:xfrm>
        </p:spPr>
        <p:txBody>
          <a:bodyPr>
            <a:normAutofit/>
          </a:bodyPr>
          <a:lstStyle/>
          <a:p>
            <a:r>
              <a:rPr lang="en-AU">
                <a:highlight>
                  <a:srgbClr val="FFFF00"/>
                </a:highlight>
              </a:rPr>
              <a:t>Goals</a:t>
            </a:r>
            <a:endParaRPr lang="en-AU" dirty="0">
              <a:highlight>
                <a:srgbClr val="FFFF00"/>
              </a:highlight>
            </a:endParaRPr>
          </a:p>
        </p:txBody>
      </p:sp>
      <p:sp>
        <p:nvSpPr>
          <p:cNvPr id="3" name="TextBox 2">
            <a:extLst>
              <a:ext uri="{FF2B5EF4-FFF2-40B4-BE49-F238E27FC236}">
                <a16:creationId xmlns:a16="http://schemas.microsoft.com/office/drawing/2014/main" id="{B7D438D0-034F-53A6-DCC6-5200ABDF92ED}"/>
              </a:ext>
            </a:extLst>
          </p:cNvPr>
          <p:cNvSpPr txBox="1"/>
          <p:nvPr/>
        </p:nvSpPr>
        <p:spPr>
          <a:xfrm>
            <a:off x="990600" y="1344971"/>
            <a:ext cx="4669972" cy="5232202"/>
          </a:xfrm>
          <a:prstGeom prst="rect">
            <a:avLst/>
          </a:prstGeom>
          <a:noFill/>
        </p:spPr>
        <p:txBody>
          <a:bodyPr wrap="square" rtlCol="0">
            <a:spAutoFit/>
          </a:bodyPr>
          <a:lstStyle/>
          <a:p>
            <a:r>
              <a:rPr lang="en-AU" sz="2000" b="1" dirty="0">
                <a:highlight>
                  <a:srgbClr val="FFFF00"/>
                </a:highlight>
              </a:rPr>
              <a:t>What will I achieve:</a:t>
            </a:r>
          </a:p>
          <a:p>
            <a:endParaRPr lang="en-AU" sz="2000" b="1" dirty="0"/>
          </a:p>
          <a:p>
            <a:r>
              <a:rPr lang="en-AU" sz="2000" b="1" dirty="0"/>
              <a:t>Minimum</a:t>
            </a:r>
          </a:p>
          <a:p>
            <a:endParaRPr lang="en-AU" sz="2000" b="1" dirty="0"/>
          </a:p>
          <a:p>
            <a:r>
              <a:rPr lang="en-AU" sz="2000" dirty="0"/>
              <a:t>- Adding green buildings</a:t>
            </a:r>
          </a:p>
          <a:p>
            <a:r>
              <a:rPr lang="en-AU" sz="2000" dirty="0"/>
              <a:t>- Bins</a:t>
            </a:r>
          </a:p>
          <a:p>
            <a:endParaRPr lang="en-AU" sz="2000" b="1" dirty="0"/>
          </a:p>
          <a:p>
            <a:r>
              <a:rPr lang="en-AU" sz="2000" b="1" dirty="0"/>
              <a:t>Stretch goal</a:t>
            </a:r>
          </a:p>
          <a:p>
            <a:endParaRPr lang="en-AU" sz="2000" b="1" dirty="0"/>
          </a:p>
          <a:p>
            <a:r>
              <a:rPr lang="en-AU" sz="2000" dirty="0"/>
              <a:t>-Buses and trams</a:t>
            </a:r>
          </a:p>
          <a:p>
            <a:r>
              <a:rPr lang="en-AU" sz="2000" dirty="0"/>
              <a:t>-Solar panels</a:t>
            </a:r>
            <a:endParaRPr lang="en-AU" sz="2000" b="1" dirty="0"/>
          </a:p>
          <a:p>
            <a:endParaRPr lang="en-AU" sz="2000" b="1" dirty="0"/>
          </a:p>
          <a:p>
            <a:r>
              <a:rPr lang="en-AU" sz="2000" b="1" dirty="0"/>
              <a:t>Finishing touches</a:t>
            </a:r>
          </a:p>
          <a:p>
            <a:endParaRPr lang="en-AU" sz="2000" b="1" dirty="0"/>
          </a:p>
          <a:p>
            <a:r>
              <a:rPr lang="en-AU" sz="2000" dirty="0"/>
              <a:t>-Windmills</a:t>
            </a:r>
          </a:p>
          <a:p>
            <a:r>
              <a:rPr lang="en-AU" sz="2000" dirty="0"/>
              <a:t>-Waste/water centre</a:t>
            </a:r>
          </a:p>
          <a:p>
            <a:endParaRPr lang="en-AU" b="1" dirty="0"/>
          </a:p>
        </p:txBody>
      </p:sp>
      <p:pic>
        <p:nvPicPr>
          <p:cNvPr id="5" name="Picture 4">
            <a:extLst>
              <a:ext uri="{FF2B5EF4-FFF2-40B4-BE49-F238E27FC236}">
                <a16:creationId xmlns:a16="http://schemas.microsoft.com/office/drawing/2014/main" id="{36FE261A-063F-8EEE-6EA4-8E5BA3114529}"/>
              </a:ext>
            </a:extLst>
          </p:cNvPr>
          <p:cNvPicPr>
            <a:picLocks noChangeAspect="1"/>
          </p:cNvPicPr>
          <p:nvPr/>
        </p:nvPicPr>
        <p:blipFill>
          <a:blip r:embed="rId2"/>
          <a:stretch>
            <a:fillRect/>
          </a:stretch>
        </p:blipFill>
        <p:spPr>
          <a:xfrm>
            <a:off x="7806885" y="1344971"/>
            <a:ext cx="3629025" cy="2571750"/>
          </a:xfrm>
          <a:prstGeom prst="rect">
            <a:avLst/>
          </a:prstGeom>
        </p:spPr>
      </p:pic>
      <p:pic>
        <p:nvPicPr>
          <p:cNvPr id="7" name="Picture 6">
            <a:extLst>
              <a:ext uri="{FF2B5EF4-FFF2-40B4-BE49-F238E27FC236}">
                <a16:creationId xmlns:a16="http://schemas.microsoft.com/office/drawing/2014/main" id="{D19A0B0F-F5DC-6FFD-B095-C2B4C6370627}"/>
              </a:ext>
            </a:extLst>
          </p:cNvPr>
          <p:cNvPicPr>
            <a:picLocks noChangeAspect="1"/>
          </p:cNvPicPr>
          <p:nvPr/>
        </p:nvPicPr>
        <p:blipFill>
          <a:blip r:embed="rId3"/>
          <a:stretch>
            <a:fillRect/>
          </a:stretch>
        </p:blipFill>
        <p:spPr>
          <a:xfrm>
            <a:off x="7806885" y="3916721"/>
            <a:ext cx="3981450" cy="2657475"/>
          </a:xfrm>
          <a:prstGeom prst="rect">
            <a:avLst/>
          </a:prstGeom>
        </p:spPr>
      </p:pic>
      <p:pic>
        <p:nvPicPr>
          <p:cNvPr id="9" name="Picture 8">
            <a:extLst>
              <a:ext uri="{FF2B5EF4-FFF2-40B4-BE49-F238E27FC236}">
                <a16:creationId xmlns:a16="http://schemas.microsoft.com/office/drawing/2014/main" id="{6E4E5F55-7DBC-4AD8-3D01-1B104CF8E26E}"/>
              </a:ext>
            </a:extLst>
          </p:cNvPr>
          <p:cNvPicPr>
            <a:picLocks noChangeAspect="1"/>
          </p:cNvPicPr>
          <p:nvPr/>
        </p:nvPicPr>
        <p:blipFill>
          <a:blip r:embed="rId4"/>
          <a:stretch>
            <a:fillRect/>
          </a:stretch>
        </p:blipFill>
        <p:spPr>
          <a:xfrm>
            <a:off x="4177860" y="2947774"/>
            <a:ext cx="3629025" cy="2037482"/>
          </a:xfrm>
          <a:prstGeom prst="rect">
            <a:avLst/>
          </a:prstGeom>
        </p:spPr>
      </p:pic>
    </p:spTree>
    <p:extLst>
      <p:ext uri="{BB962C8B-B14F-4D97-AF65-F5344CB8AC3E}">
        <p14:creationId xmlns:p14="http://schemas.microsoft.com/office/powerpoint/2010/main" val="3370625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263FC-1806-A08C-1BD8-55515816CED5}"/>
              </a:ext>
            </a:extLst>
          </p:cNvPr>
          <p:cNvSpPr>
            <a:spLocks noGrp="1"/>
          </p:cNvSpPr>
          <p:nvPr>
            <p:ph type="title"/>
          </p:nvPr>
        </p:nvSpPr>
        <p:spPr>
          <a:xfrm>
            <a:off x="415600" y="481216"/>
            <a:ext cx="11360800" cy="1122400"/>
          </a:xfrm>
        </p:spPr>
        <p:txBody>
          <a:bodyPr/>
          <a:lstStyle/>
          <a:p>
            <a:r>
              <a:rPr lang="en-US" dirty="0"/>
              <a:t>Create your design </a:t>
            </a:r>
            <a:endParaRPr lang="en-AU" dirty="0"/>
          </a:p>
        </p:txBody>
      </p:sp>
      <p:sp>
        <p:nvSpPr>
          <p:cNvPr id="3" name="TextBox 2">
            <a:extLst>
              <a:ext uri="{FF2B5EF4-FFF2-40B4-BE49-F238E27FC236}">
                <a16:creationId xmlns:a16="http://schemas.microsoft.com/office/drawing/2014/main" id="{C017C8E5-C545-FA5F-E37E-55E678FD05FB}"/>
              </a:ext>
            </a:extLst>
          </p:cNvPr>
          <p:cNvSpPr txBox="1"/>
          <p:nvPr/>
        </p:nvSpPr>
        <p:spPr>
          <a:xfrm>
            <a:off x="1563624" y="1603616"/>
            <a:ext cx="7370064" cy="523220"/>
          </a:xfrm>
          <a:prstGeom prst="rect">
            <a:avLst/>
          </a:prstGeom>
          <a:noFill/>
        </p:spPr>
        <p:txBody>
          <a:bodyPr wrap="square" rtlCol="0">
            <a:spAutoFit/>
          </a:bodyPr>
          <a:lstStyle/>
          <a:p>
            <a:r>
              <a:rPr lang="en-US" dirty="0"/>
              <a:t>List things you will need to add to your VR world and how they will assist the user to understand the concept presented. </a:t>
            </a:r>
            <a:endParaRPr lang="en-AU" dirty="0"/>
          </a:p>
        </p:txBody>
      </p:sp>
    </p:spTree>
    <p:extLst>
      <p:ext uri="{BB962C8B-B14F-4D97-AF65-F5344CB8AC3E}">
        <p14:creationId xmlns:p14="http://schemas.microsoft.com/office/powerpoint/2010/main" val="2175368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6E0EF-F1BF-1908-8F4C-CFD9025C6EEA}"/>
              </a:ext>
            </a:extLst>
          </p:cNvPr>
          <p:cNvSpPr>
            <a:spLocks noGrp="1"/>
          </p:cNvSpPr>
          <p:nvPr>
            <p:ph type="title"/>
          </p:nvPr>
        </p:nvSpPr>
        <p:spPr>
          <a:xfrm>
            <a:off x="296728" y="773824"/>
            <a:ext cx="11360800" cy="1122400"/>
          </a:xfrm>
        </p:spPr>
        <p:txBody>
          <a:bodyPr>
            <a:normAutofit/>
          </a:bodyPr>
          <a:lstStyle/>
          <a:p>
            <a:r>
              <a:rPr lang="en-US" dirty="0"/>
              <a:t>Checkpoint:</a:t>
            </a:r>
            <a:endParaRPr lang="en-AU" dirty="0"/>
          </a:p>
        </p:txBody>
      </p:sp>
      <p:sp>
        <p:nvSpPr>
          <p:cNvPr id="3" name="TextBox 2">
            <a:extLst>
              <a:ext uri="{FF2B5EF4-FFF2-40B4-BE49-F238E27FC236}">
                <a16:creationId xmlns:a16="http://schemas.microsoft.com/office/drawing/2014/main" id="{8B900196-D842-A7A4-A6EE-FCC7C049B684}"/>
              </a:ext>
            </a:extLst>
          </p:cNvPr>
          <p:cNvSpPr txBox="1"/>
          <p:nvPr/>
        </p:nvSpPr>
        <p:spPr>
          <a:xfrm>
            <a:off x="1258824" y="1896224"/>
            <a:ext cx="9436608" cy="2246769"/>
          </a:xfrm>
          <a:prstGeom prst="rect">
            <a:avLst/>
          </a:prstGeom>
          <a:noFill/>
        </p:spPr>
        <p:txBody>
          <a:bodyPr wrap="square" rtlCol="0">
            <a:spAutoFit/>
          </a:bodyPr>
          <a:lstStyle/>
          <a:p>
            <a:r>
              <a:rPr lang="en-US" b="1" dirty="0"/>
              <a:t>At the end of each lesson in the </a:t>
            </a:r>
            <a:r>
              <a:rPr lang="en-US" b="1"/>
              <a:t>development stage week 4 &amp; 5, </a:t>
            </a:r>
            <a:r>
              <a:rPr lang="en-US" b="1" dirty="0"/>
              <a:t>create a new slide to your portfolio with the following</a:t>
            </a:r>
            <a:r>
              <a:rPr lang="en-US" dirty="0"/>
              <a:t>:</a:t>
            </a:r>
          </a:p>
          <a:p>
            <a:endParaRPr lang="en-US" dirty="0"/>
          </a:p>
          <a:p>
            <a:r>
              <a:rPr lang="en-US" dirty="0"/>
              <a:t>What I achieved today, including screenshots:</a:t>
            </a:r>
          </a:p>
          <a:p>
            <a:r>
              <a:rPr lang="en-US" dirty="0"/>
              <a:t>What I had trouble with:</a:t>
            </a:r>
          </a:p>
          <a:p>
            <a:r>
              <a:rPr lang="en-US" dirty="0"/>
              <a:t>What I need to work on tomorrow:</a:t>
            </a:r>
          </a:p>
          <a:p>
            <a:endParaRPr lang="en-US" dirty="0"/>
          </a:p>
          <a:p>
            <a:r>
              <a:rPr lang="en-US" dirty="0"/>
              <a:t>	</a:t>
            </a:r>
          </a:p>
          <a:p>
            <a:endParaRPr lang="en-US" dirty="0"/>
          </a:p>
          <a:p>
            <a:endParaRPr lang="en-AU" dirty="0"/>
          </a:p>
        </p:txBody>
      </p:sp>
    </p:spTree>
    <p:extLst>
      <p:ext uri="{BB962C8B-B14F-4D97-AF65-F5344CB8AC3E}">
        <p14:creationId xmlns:p14="http://schemas.microsoft.com/office/powerpoint/2010/main" val="3648151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18"/>
          <p:cNvSpPr/>
          <p:nvPr/>
        </p:nvSpPr>
        <p:spPr>
          <a:xfrm>
            <a:off x="395833" y="1276000"/>
            <a:ext cx="3332000"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Create game structure proposals by selecting and combining different options in the Morphological Matrix page.</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You can also start sketching ideas at this stage if it helps you to visualise your ideas.</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Informal feedback from classmates might also help if you are stuck.</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Choose your favourite structure to further develop in the following stages</a:t>
            </a:r>
            <a:endParaRPr sz="1733">
              <a:solidFill>
                <a:schemeClr val="dk1"/>
              </a:solidFill>
              <a:latin typeface="Arial"/>
              <a:ea typeface="Arial"/>
              <a:cs typeface="Arial"/>
              <a:sym typeface="Arial"/>
            </a:endParaRPr>
          </a:p>
        </p:txBody>
      </p:sp>
      <p:sp>
        <p:nvSpPr>
          <p:cNvPr id="525" name="Google Shape;525;p18"/>
          <p:cNvSpPr/>
          <p:nvPr/>
        </p:nvSpPr>
        <p:spPr>
          <a:xfrm>
            <a:off x="0" y="0"/>
            <a:ext cx="12229267" cy="6858000"/>
          </a:xfrm>
          <a:prstGeom prst="rect">
            <a:avLst/>
          </a:prstGeom>
          <a:solidFill>
            <a:srgbClr val="006385"/>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26" name="Google Shape;526;p18"/>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527" name="Google Shape;527;p18"/>
          <p:cNvSpPr txBox="1"/>
          <p:nvPr/>
        </p:nvSpPr>
        <p:spPr>
          <a:xfrm>
            <a:off x="589998" y="370310"/>
            <a:ext cx="2944677"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Producing &amp; Implementing</a:t>
            </a:r>
            <a:endParaRPr/>
          </a:p>
        </p:txBody>
      </p:sp>
      <p:sp>
        <p:nvSpPr>
          <p:cNvPr id="528" name="Google Shape;528;p18"/>
          <p:cNvSpPr/>
          <p:nvPr/>
        </p:nvSpPr>
        <p:spPr>
          <a:xfrm>
            <a:off x="3839673" y="278970"/>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29" name="Google Shape;529;p18"/>
          <p:cNvSpPr txBox="1"/>
          <p:nvPr/>
        </p:nvSpPr>
        <p:spPr>
          <a:xfrm>
            <a:off x="568272" y="879032"/>
            <a:ext cx="2944677" cy="3686290"/>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333">
                <a:solidFill>
                  <a:schemeClr val="dk1"/>
                </a:solidFill>
                <a:latin typeface="Arial"/>
                <a:ea typeface="Arial"/>
                <a:cs typeface="Arial"/>
                <a:sym typeface="Arial"/>
              </a:rPr>
              <a:t>Show your final design concepts here</a:t>
            </a:r>
            <a:endParaRPr sz="1333">
              <a:solidFill>
                <a:schemeClr val="dk1"/>
              </a:solidFill>
              <a:latin typeface="Arial"/>
              <a:ea typeface="Arial"/>
              <a:cs typeface="Arial"/>
              <a:sym typeface="Arial"/>
            </a:endParaRPr>
          </a:p>
          <a:p>
            <a:pPr marL="359990" marR="0" lvl="0" indent="-359990"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Use Computer Aided Design (CAD) software if possible (any software)</a:t>
            </a:r>
            <a:endParaRPr sz="1333">
              <a:solidFill>
                <a:schemeClr val="dk1"/>
              </a:solidFill>
              <a:latin typeface="Arial"/>
              <a:ea typeface="Arial"/>
              <a:cs typeface="Arial"/>
              <a:sym typeface="Arial"/>
            </a:endParaRPr>
          </a:p>
          <a:p>
            <a:pPr marL="0" marR="0" lvl="0" indent="0" algn="ctr" rtl="0">
              <a:lnSpc>
                <a:spcPct val="107000"/>
              </a:lnSpc>
              <a:spcBef>
                <a:spcPts val="800"/>
              </a:spcBef>
              <a:spcAft>
                <a:spcPts val="0"/>
              </a:spcAft>
              <a:buNone/>
            </a:pPr>
            <a:r>
              <a:rPr lang="en-GB" sz="1333" b="1" u="sng">
                <a:solidFill>
                  <a:schemeClr val="hlink"/>
                </a:solidFill>
                <a:latin typeface="Arial"/>
                <a:ea typeface="Arial"/>
                <a:cs typeface="Arial"/>
                <a:sym typeface="Arial"/>
                <a:hlinkClick r:id="rId3"/>
              </a:rPr>
              <a:t>Sketchup Help Videos</a:t>
            </a:r>
            <a:endParaRPr sz="1333" b="1" u="sng">
              <a:solidFill>
                <a:schemeClr val="hlink"/>
              </a:solidFill>
              <a:latin typeface="Arial"/>
              <a:ea typeface="Arial"/>
              <a:cs typeface="Arial"/>
              <a:sym typeface="Arial"/>
            </a:endParaRPr>
          </a:p>
          <a:p>
            <a:pPr marL="338658" marR="0" lvl="0" indent="-313259"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Add as much detail as possible</a:t>
            </a:r>
            <a:endParaRPr sz="1333">
              <a:solidFill>
                <a:schemeClr val="dk1"/>
              </a:solidFill>
              <a:latin typeface="Arial"/>
              <a:ea typeface="Arial"/>
              <a:cs typeface="Arial"/>
              <a:sym typeface="Arial"/>
            </a:endParaRPr>
          </a:p>
          <a:p>
            <a:pPr marL="338658" marR="0" lvl="0" indent="-313259"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Annotate to explain your final design</a:t>
            </a:r>
            <a:endParaRPr sz="1333">
              <a:solidFill>
                <a:schemeClr val="dk1"/>
              </a:solidFill>
              <a:latin typeface="Arial"/>
              <a:ea typeface="Arial"/>
              <a:cs typeface="Arial"/>
              <a:sym typeface="Arial"/>
            </a:endParaRPr>
          </a:p>
          <a:p>
            <a:pPr marL="338658" marR="0" lvl="0" indent="-313259"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Use colour and appropriate material textures to bring your solution to life.</a:t>
            </a:r>
            <a:endParaRPr sz="1333">
              <a:solidFill>
                <a:schemeClr val="dk1"/>
              </a:solidFill>
              <a:latin typeface="Arial"/>
              <a:ea typeface="Arial"/>
              <a:cs typeface="Arial"/>
              <a:sym typeface="Arial"/>
            </a:endParaRPr>
          </a:p>
          <a:p>
            <a:pPr marL="609585" marR="0" lvl="0" indent="0" algn="l" rtl="0">
              <a:lnSpc>
                <a:spcPct val="107000"/>
              </a:lnSpc>
              <a:spcBef>
                <a:spcPts val="800"/>
              </a:spcBef>
              <a:spcAft>
                <a:spcPts val="0"/>
              </a:spcAft>
              <a:buNone/>
            </a:pPr>
            <a:endParaRPr sz="1333">
              <a:solidFill>
                <a:schemeClr val="dk1"/>
              </a:solidFill>
              <a:latin typeface="Arial"/>
              <a:ea typeface="Arial"/>
              <a:cs typeface="Arial"/>
              <a:sym typeface="Arial"/>
            </a:endParaRPr>
          </a:p>
        </p:txBody>
      </p:sp>
      <p:sp>
        <p:nvSpPr>
          <p:cNvPr id="530" name="Google Shape;530;p18"/>
          <p:cNvSpPr txBox="1"/>
          <p:nvPr/>
        </p:nvSpPr>
        <p:spPr>
          <a:xfrm>
            <a:off x="5675108" y="273155"/>
            <a:ext cx="4392000" cy="4924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600" b="1" dirty="0">
                <a:solidFill>
                  <a:schemeClr val="dk1"/>
                </a:solidFill>
                <a:latin typeface="Arial"/>
                <a:ea typeface="Arial"/>
                <a:cs typeface="Arial"/>
                <a:sym typeface="Arial"/>
              </a:rPr>
              <a:t>Final Design (CAD/ </a:t>
            </a:r>
            <a:r>
              <a:rPr lang="en-GB" sz="1600" b="1">
                <a:solidFill>
                  <a:schemeClr val="dk1"/>
                </a:solidFill>
                <a:latin typeface="Arial"/>
                <a:ea typeface="Arial"/>
                <a:cs typeface="Arial"/>
                <a:sym typeface="Arial"/>
              </a:rPr>
              <a:t>VR world)</a:t>
            </a:r>
            <a:endParaRPr sz="1600" b="1" dirty="0">
              <a:solidFill>
                <a:schemeClr val="dk1"/>
              </a:solidFill>
              <a:latin typeface="Arial"/>
              <a:ea typeface="Arial"/>
              <a:cs typeface="Arial"/>
              <a:sym typeface="Arial"/>
            </a:endParaRPr>
          </a:p>
        </p:txBody>
      </p:sp>
      <p:sp>
        <p:nvSpPr>
          <p:cNvPr id="531" name="Google Shape;531;p18"/>
          <p:cNvSpPr txBox="1"/>
          <p:nvPr/>
        </p:nvSpPr>
        <p:spPr>
          <a:xfrm>
            <a:off x="983625" y="5935763"/>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pic>
        <p:nvPicPr>
          <p:cNvPr id="532" name="Google Shape;532;p18"/>
          <p:cNvPicPr preferRelativeResize="0"/>
          <p:nvPr/>
        </p:nvPicPr>
        <p:blipFill rotWithShape="1">
          <a:blip r:embed="rId4">
            <a:alphaModFix/>
          </a:blip>
          <a:srcRect l="17404" t="10007" r="13112" b="24940"/>
          <a:stretch/>
        </p:blipFill>
        <p:spPr>
          <a:xfrm>
            <a:off x="737126" y="4388335"/>
            <a:ext cx="2560879" cy="1348929"/>
          </a:xfrm>
          <a:prstGeom prst="rect">
            <a:avLst/>
          </a:prstGeom>
          <a:noFill/>
          <a:ln>
            <a:noFill/>
          </a:ln>
        </p:spPr>
      </p:pic>
      <p:grpSp>
        <p:nvGrpSpPr>
          <p:cNvPr id="533" name="Google Shape;533;p18"/>
          <p:cNvGrpSpPr/>
          <p:nvPr/>
        </p:nvGrpSpPr>
        <p:grpSpPr>
          <a:xfrm>
            <a:off x="-83523" y="0"/>
            <a:ext cx="493925" cy="6858300"/>
            <a:chOff x="-83523" y="0"/>
            <a:chExt cx="493925" cy="6858300"/>
          </a:xfrm>
        </p:grpSpPr>
        <p:sp>
          <p:nvSpPr>
            <p:cNvPr id="534" name="Google Shape;534;p18"/>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5" name="Google Shape;535;p18"/>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6" name="Google Shape;536;p18"/>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7" name="Google Shape;537;p18"/>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8" name="Google Shape;538;p18"/>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9" name="Google Shape;539;p18"/>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40" name="Google Shape;540;p18"/>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41" name="Google Shape;541;p18"/>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42" name="Google Shape;542;p18"/>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43" name="Google Shape;543;p18"/>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19"/>
          <p:cNvSpPr/>
          <p:nvPr/>
        </p:nvSpPr>
        <p:spPr>
          <a:xfrm>
            <a:off x="319916" y="0"/>
            <a:ext cx="12040551" cy="6858000"/>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49" name="Google Shape;549;p19"/>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550" name="Google Shape;550;p19"/>
          <p:cNvSpPr txBox="1"/>
          <p:nvPr/>
        </p:nvSpPr>
        <p:spPr>
          <a:xfrm>
            <a:off x="178667" y="213885"/>
            <a:ext cx="3593600" cy="4924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600" b="1">
                <a:solidFill>
                  <a:schemeClr val="dk1"/>
                </a:solidFill>
                <a:latin typeface="Arial"/>
                <a:ea typeface="Arial"/>
                <a:cs typeface="Arial"/>
                <a:sym typeface="Arial"/>
              </a:rPr>
              <a:t>Planning </a:t>
            </a:r>
            <a:r>
              <a:rPr lang="en-GB" sz="1400" b="1">
                <a:solidFill>
                  <a:schemeClr val="dk1"/>
                </a:solidFill>
                <a:latin typeface="Arial"/>
                <a:ea typeface="Arial"/>
                <a:cs typeface="Arial"/>
                <a:sym typeface="Arial"/>
              </a:rPr>
              <a:t>and</a:t>
            </a:r>
            <a:r>
              <a:rPr lang="en-GB" sz="1600" b="1">
                <a:solidFill>
                  <a:schemeClr val="dk1"/>
                </a:solidFill>
                <a:latin typeface="Arial"/>
                <a:ea typeface="Arial"/>
                <a:cs typeface="Arial"/>
                <a:sym typeface="Arial"/>
              </a:rPr>
              <a:t> Managing</a:t>
            </a:r>
            <a:endParaRPr sz="1600" b="1">
              <a:solidFill>
                <a:schemeClr val="dk1"/>
              </a:solidFill>
              <a:latin typeface="Arial"/>
              <a:ea typeface="Arial"/>
              <a:cs typeface="Arial"/>
              <a:sym typeface="Arial"/>
            </a:endParaRPr>
          </a:p>
        </p:txBody>
      </p:sp>
      <p:sp>
        <p:nvSpPr>
          <p:cNvPr id="551" name="Google Shape;551;p19"/>
          <p:cNvSpPr txBox="1"/>
          <p:nvPr/>
        </p:nvSpPr>
        <p:spPr>
          <a:xfrm>
            <a:off x="656799" y="685902"/>
            <a:ext cx="2884643" cy="2653956"/>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Use this page to help plan production of your </a:t>
            </a:r>
            <a:r>
              <a:rPr lang="en-GB" sz="1333" b="1">
                <a:solidFill>
                  <a:schemeClr val="dk1"/>
                </a:solidFill>
                <a:latin typeface="Arial"/>
                <a:ea typeface="Arial"/>
                <a:cs typeface="Arial"/>
                <a:sym typeface="Arial"/>
              </a:rPr>
              <a:t>prototype</a:t>
            </a:r>
            <a:r>
              <a:rPr lang="en-GB" sz="1333">
                <a:solidFill>
                  <a:schemeClr val="dk1"/>
                </a:solidFill>
                <a:latin typeface="Arial"/>
                <a:ea typeface="Arial"/>
                <a:cs typeface="Arial"/>
                <a:sym typeface="Arial"/>
              </a:rPr>
              <a:t>, whatever you think will be most effective approach for creating your design concept.</a:t>
            </a: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List all materials and equipment you think may be used.</a:t>
            </a: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467">
              <a:solidFill>
                <a:schemeClr val="dk1"/>
              </a:solidFill>
              <a:latin typeface="Arial"/>
              <a:ea typeface="Arial"/>
              <a:cs typeface="Arial"/>
              <a:sym typeface="Arial"/>
            </a:endParaRPr>
          </a:p>
        </p:txBody>
      </p:sp>
      <p:sp>
        <p:nvSpPr>
          <p:cNvPr id="552" name="Google Shape;552;p19"/>
          <p:cNvSpPr/>
          <p:nvPr/>
        </p:nvSpPr>
        <p:spPr>
          <a:xfrm>
            <a:off x="3956794" y="728391"/>
            <a:ext cx="7915289" cy="5743442"/>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53" name="Google Shape;553;p19"/>
          <p:cNvSpPr txBox="1"/>
          <p:nvPr/>
        </p:nvSpPr>
        <p:spPr>
          <a:xfrm>
            <a:off x="4404567" y="190944"/>
            <a:ext cx="7323600" cy="461624"/>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00" b="1">
                <a:solidFill>
                  <a:schemeClr val="lt1"/>
                </a:solidFill>
                <a:latin typeface="Arial"/>
                <a:ea typeface="Arial"/>
                <a:cs typeface="Arial"/>
                <a:sym typeface="Arial"/>
              </a:rPr>
              <a:t>Production Planning</a:t>
            </a:r>
            <a:endParaRPr sz="1400" b="1">
              <a:solidFill>
                <a:schemeClr val="lt1"/>
              </a:solidFill>
              <a:latin typeface="Arial"/>
              <a:ea typeface="Arial"/>
              <a:cs typeface="Arial"/>
              <a:sym typeface="Arial"/>
            </a:endParaRPr>
          </a:p>
        </p:txBody>
      </p:sp>
      <p:graphicFrame>
        <p:nvGraphicFramePr>
          <p:cNvPr id="554" name="Google Shape;554;p19"/>
          <p:cNvGraphicFramePr/>
          <p:nvPr/>
        </p:nvGraphicFramePr>
        <p:xfrm>
          <a:off x="4309353" y="995159"/>
          <a:ext cx="7225850" cy="5170075"/>
        </p:xfrm>
        <a:graphic>
          <a:graphicData uri="http://schemas.openxmlformats.org/drawingml/2006/table">
            <a:tbl>
              <a:tblPr>
                <a:noFill/>
                <a:tableStyleId>{E5B5EC9E-9983-4339-AEF5-35140938B591}</a:tableStyleId>
              </a:tblPr>
              <a:tblGrid>
                <a:gridCol w="1192950">
                  <a:extLst>
                    <a:ext uri="{9D8B030D-6E8A-4147-A177-3AD203B41FA5}">
                      <a16:colId xmlns:a16="http://schemas.microsoft.com/office/drawing/2014/main" val="20000"/>
                    </a:ext>
                  </a:extLst>
                </a:gridCol>
                <a:gridCol w="2979825">
                  <a:extLst>
                    <a:ext uri="{9D8B030D-6E8A-4147-A177-3AD203B41FA5}">
                      <a16:colId xmlns:a16="http://schemas.microsoft.com/office/drawing/2014/main" val="20001"/>
                    </a:ext>
                  </a:extLst>
                </a:gridCol>
                <a:gridCol w="3053075">
                  <a:extLst>
                    <a:ext uri="{9D8B030D-6E8A-4147-A177-3AD203B41FA5}">
                      <a16:colId xmlns:a16="http://schemas.microsoft.com/office/drawing/2014/main" val="20002"/>
                    </a:ext>
                  </a:extLst>
                </a:gridCol>
              </a:tblGrid>
              <a:tr h="463475">
                <a:tc>
                  <a:txBody>
                    <a:bodyPr/>
                    <a:lstStyle/>
                    <a:p>
                      <a:pPr marL="0" marR="0" lvl="0" indent="0" algn="ctr" rtl="0">
                        <a:spcBef>
                          <a:spcPts val="0"/>
                        </a:spcBef>
                        <a:spcAft>
                          <a:spcPts val="0"/>
                        </a:spcAft>
                        <a:buClr>
                          <a:schemeClr val="dk1"/>
                        </a:buClr>
                        <a:buSzPts val="900"/>
                        <a:buFont typeface="Arial"/>
                        <a:buNone/>
                      </a:pPr>
                      <a:r>
                        <a:rPr lang="en-GB" sz="1000" u="none" strike="noStrike" cap="none"/>
                        <a:t>Production Step</a:t>
                      </a:r>
                      <a:endParaRPr sz="10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Arial"/>
                        <a:buNone/>
                      </a:pPr>
                      <a:r>
                        <a:rPr lang="en-GB" sz="1000" u="none" strike="noStrike" cap="none"/>
                        <a:t>Proposed Process</a:t>
                      </a:r>
                      <a:endParaRPr sz="10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Arial"/>
                        <a:buNone/>
                      </a:pPr>
                      <a:r>
                        <a:rPr lang="en-GB" sz="1000" u="none" strike="noStrike" cap="none"/>
                        <a:t>Materials And Equipment Required</a:t>
                      </a:r>
                      <a:endParaRPr sz="10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pic>
        <p:nvPicPr>
          <p:cNvPr id="555" name="Google Shape;555;p19" descr="Architectural model maker | Universidad Europea Blog"/>
          <p:cNvPicPr preferRelativeResize="0"/>
          <p:nvPr/>
        </p:nvPicPr>
        <p:blipFill rotWithShape="1">
          <a:blip r:embed="rId3">
            <a:alphaModFix/>
          </a:blip>
          <a:srcRect l="17435" t="26124" r="11610"/>
          <a:stretch/>
        </p:blipFill>
        <p:spPr>
          <a:xfrm>
            <a:off x="666765" y="4338918"/>
            <a:ext cx="2648122" cy="1550894"/>
          </a:xfrm>
          <a:prstGeom prst="rect">
            <a:avLst/>
          </a:prstGeom>
          <a:noFill/>
          <a:ln>
            <a:noFill/>
          </a:ln>
        </p:spPr>
      </p:pic>
      <p:grpSp>
        <p:nvGrpSpPr>
          <p:cNvPr id="556" name="Google Shape;556;p19"/>
          <p:cNvGrpSpPr/>
          <p:nvPr/>
        </p:nvGrpSpPr>
        <p:grpSpPr>
          <a:xfrm>
            <a:off x="-83523" y="0"/>
            <a:ext cx="493925" cy="6858300"/>
            <a:chOff x="-83523" y="0"/>
            <a:chExt cx="493925" cy="6858300"/>
          </a:xfrm>
        </p:grpSpPr>
        <p:sp>
          <p:nvSpPr>
            <p:cNvPr id="557" name="Google Shape;557;p19"/>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58" name="Google Shape;558;p19"/>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59" name="Google Shape;559;p19"/>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60" name="Google Shape;560;p19"/>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61" name="Google Shape;561;p19"/>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62" name="Google Shape;562;p19"/>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63" name="Google Shape;563;p19"/>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64" name="Google Shape;564;p19"/>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65" name="Google Shape;565;p19"/>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66" name="Google Shape;566;p19"/>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567" name="Google Shape;567;p19"/>
          <p:cNvSpPr txBox="1"/>
          <p:nvPr/>
        </p:nvSpPr>
        <p:spPr>
          <a:xfrm>
            <a:off x="983625" y="5935763"/>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20"/>
          <p:cNvSpPr/>
          <p:nvPr/>
        </p:nvSpPr>
        <p:spPr>
          <a:xfrm>
            <a:off x="326880" y="0"/>
            <a:ext cx="11864955" cy="6858000"/>
          </a:xfrm>
          <a:prstGeom prst="rect">
            <a:avLst/>
          </a:prstGeom>
          <a:solidFill>
            <a:srgbClr val="DEC400"/>
          </a:solidFill>
          <a:ln w="9525" cap="flat" cmpd="sng">
            <a:solidFill>
              <a:srgbClr val="FFC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73" name="Google Shape;573;p20"/>
          <p:cNvSpPr/>
          <p:nvPr/>
        </p:nvSpPr>
        <p:spPr>
          <a:xfrm>
            <a:off x="3839673" y="278970"/>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74" name="Google Shape;574;p20"/>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a:solidFill>
                <a:schemeClr val="lt1"/>
              </a:solidFill>
              <a:latin typeface="Arial"/>
              <a:ea typeface="Arial"/>
              <a:cs typeface="Arial"/>
              <a:sym typeface="Arial"/>
            </a:endParaRPr>
          </a:p>
        </p:txBody>
      </p:sp>
      <p:sp>
        <p:nvSpPr>
          <p:cNvPr id="575" name="Google Shape;575;p20"/>
          <p:cNvSpPr txBox="1"/>
          <p:nvPr/>
        </p:nvSpPr>
        <p:spPr>
          <a:xfrm>
            <a:off x="246400" y="266767"/>
            <a:ext cx="359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Evaluating</a:t>
            </a:r>
            <a:endParaRPr sz="1333" b="1">
              <a:solidFill>
                <a:schemeClr val="dk1"/>
              </a:solidFill>
              <a:latin typeface="Arial"/>
              <a:ea typeface="Arial"/>
              <a:cs typeface="Arial"/>
              <a:sym typeface="Arial"/>
            </a:endParaRPr>
          </a:p>
        </p:txBody>
      </p:sp>
      <p:graphicFrame>
        <p:nvGraphicFramePr>
          <p:cNvPr id="576" name="Google Shape;576;p20"/>
          <p:cNvGraphicFramePr/>
          <p:nvPr/>
        </p:nvGraphicFramePr>
        <p:xfrm>
          <a:off x="4166723" y="730335"/>
          <a:ext cx="7457025" cy="5417205"/>
        </p:xfrm>
        <a:graphic>
          <a:graphicData uri="http://schemas.openxmlformats.org/drawingml/2006/table">
            <a:tbl>
              <a:tblPr>
                <a:noFill/>
                <a:tableStyleId>{E5B5EC9E-9983-4339-AEF5-35140938B591}</a:tableStyleId>
              </a:tblPr>
              <a:tblGrid>
                <a:gridCol w="2485675">
                  <a:extLst>
                    <a:ext uri="{9D8B030D-6E8A-4147-A177-3AD203B41FA5}">
                      <a16:colId xmlns:a16="http://schemas.microsoft.com/office/drawing/2014/main" val="20000"/>
                    </a:ext>
                  </a:extLst>
                </a:gridCol>
                <a:gridCol w="2485675">
                  <a:extLst>
                    <a:ext uri="{9D8B030D-6E8A-4147-A177-3AD203B41FA5}">
                      <a16:colId xmlns:a16="http://schemas.microsoft.com/office/drawing/2014/main" val="20001"/>
                    </a:ext>
                  </a:extLst>
                </a:gridCol>
                <a:gridCol w="2485675">
                  <a:extLst>
                    <a:ext uri="{9D8B030D-6E8A-4147-A177-3AD203B41FA5}">
                      <a16:colId xmlns:a16="http://schemas.microsoft.com/office/drawing/2014/main" val="20002"/>
                    </a:ext>
                  </a:extLst>
                </a:gridCol>
              </a:tblGrid>
              <a:tr h="487325">
                <a:tc>
                  <a:txBody>
                    <a:bodyPr/>
                    <a:lstStyle/>
                    <a:p>
                      <a:pPr marL="0" marR="0" lvl="0" indent="0" algn="ctr" rtl="0">
                        <a:spcBef>
                          <a:spcPts val="0"/>
                        </a:spcBef>
                        <a:spcAft>
                          <a:spcPts val="0"/>
                        </a:spcAft>
                        <a:buClr>
                          <a:schemeClr val="dk1"/>
                        </a:buClr>
                        <a:buSzPts val="1300"/>
                        <a:buFont typeface="Arial"/>
                        <a:buNone/>
                      </a:pPr>
                      <a:r>
                        <a:rPr lang="en-GB" sz="1100" u="none" strike="noStrike" cap="none"/>
                        <a:t>Your Evaluation Criteria</a:t>
                      </a:r>
                      <a:endParaRPr sz="11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1300"/>
                        <a:buFont typeface="Arial"/>
                        <a:buNone/>
                      </a:pPr>
                      <a:r>
                        <a:rPr lang="en-GB" sz="1100" u="none" strike="noStrike" cap="none"/>
                        <a:t>Potential of </a:t>
                      </a:r>
                      <a:endParaRPr sz="1100" u="none" strike="noStrike" cap="none"/>
                    </a:p>
                    <a:p>
                      <a:pPr marL="0" marR="0" lvl="0" indent="0" algn="ctr" rtl="0">
                        <a:spcBef>
                          <a:spcPts val="0"/>
                        </a:spcBef>
                        <a:spcAft>
                          <a:spcPts val="0"/>
                        </a:spcAft>
                        <a:buClr>
                          <a:schemeClr val="dk1"/>
                        </a:buClr>
                        <a:buSzPts val="1300"/>
                        <a:buFont typeface="Arial"/>
                        <a:buNone/>
                      </a:pPr>
                      <a:r>
                        <a:rPr lang="en-GB" sz="1100" u="none" strike="noStrike" cap="none"/>
                        <a:t>Your Design </a:t>
                      </a:r>
                      <a:endParaRPr sz="11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1300"/>
                        <a:buFont typeface="Arial"/>
                        <a:buNone/>
                      </a:pPr>
                      <a:r>
                        <a:rPr lang="en-GB" sz="1100" u="none" strike="noStrike" cap="none"/>
                        <a:t>Possible</a:t>
                      </a:r>
                      <a:endParaRPr sz="1100" u="none" strike="noStrike" cap="none"/>
                    </a:p>
                    <a:p>
                      <a:pPr marL="0" marR="0" lvl="0" indent="0" algn="ctr" rtl="0">
                        <a:spcBef>
                          <a:spcPts val="0"/>
                        </a:spcBef>
                        <a:spcAft>
                          <a:spcPts val="0"/>
                        </a:spcAft>
                        <a:buClr>
                          <a:schemeClr val="dk1"/>
                        </a:buClr>
                        <a:buSzPts val="1300"/>
                        <a:buFont typeface="Arial"/>
                        <a:buNone/>
                      </a:pPr>
                      <a:r>
                        <a:rPr lang="en-GB" sz="1100" u="none" strike="noStrike" cap="none"/>
                        <a:t>Improvements</a:t>
                      </a:r>
                      <a:endParaRPr sz="11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
        <p:nvSpPr>
          <p:cNvPr id="577" name="Google Shape;577;p20"/>
          <p:cNvSpPr txBox="1"/>
          <p:nvPr/>
        </p:nvSpPr>
        <p:spPr>
          <a:xfrm>
            <a:off x="744830" y="718132"/>
            <a:ext cx="2631508" cy="3099462"/>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Use this page to evaluate the potential of your design against the criteria you specified earlier.</a:t>
            </a: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Where possible identify further improvements that could be made.</a:t>
            </a: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What should be the positive impacts of your design?</a:t>
            </a: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What could be the potential negative impacts of your design?</a:t>
            </a:r>
            <a:endParaRPr sz="1333">
              <a:solidFill>
                <a:schemeClr val="dk1"/>
              </a:solidFill>
              <a:latin typeface="Arial"/>
              <a:ea typeface="Arial"/>
              <a:cs typeface="Arial"/>
              <a:sym typeface="Arial"/>
            </a:endParaRPr>
          </a:p>
        </p:txBody>
      </p:sp>
      <p:sp>
        <p:nvSpPr>
          <p:cNvPr id="578" name="Google Shape;578;p20"/>
          <p:cNvSpPr txBox="1"/>
          <p:nvPr/>
        </p:nvSpPr>
        <p:spPr>
          <a:xfrm>
            <a:off x="4404900" y="266767"/>
            <a:ext cx="732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Design Reflection</a:t>
            </a:r>
            <a:endParaRPr sz="1333" b="1">
              <a:solidFill>
                <a:schemeClr val="dk1"/>
              </a:solidFill>
              <a:latin typeface="Arial"/>
              <a:ea typeface="Arial"/>
              <a:cs typeface="Arial"/>
              <a:sym typeface="Arial"/>
            </a:endParaRPr>
          </a:p>
        </p:txBody>
      </p:sp>
      <p:grpSp>
        <p:nvGrpSpPr>
          <p:cNvPr id="579" name="Google Shape;579;p20"/>
          <p:cNvGrpSpPr/>
          <p:nvPr/>
        </p:nvGrpSpPr>
        <p:grpSpPr>
          <a:xfrm>
            <a:off x="-73795" y="0"/>
            <a:ext cx="493925" cy="6858300"/>
            <a:chOff x="-83523" y="0"/>
            <a:chExt cx="493925" cy="6858300"/>
          </a:xfrm>
        </p:grpSpPr>
        <p:sp>
          <p:nvSpPr>
            <p:cNvPr id="580" name="Google Shape;580;p20"/>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1" name="Google Shape;581;p20"/>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2" name="Google Shape;582;p20"/>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3" name="Google Shape;583;p20"/>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4" name="Google Shape;584;p20"/>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5" name="Google Shape;585;p20"/>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86" name="Google Shape;586;p20"/>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87" name="Google Shape;587;p20"/>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88" name="Google Shape;588;p20"/>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89" name="Google Shape;589;p20"/>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1"/>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95" name="Google Shape;595;p21"/>
          <p:cNvSpPr txBox="1"/>
          <p:nvPr/>
        </p:nvSpPr>
        <p:spPr>
          <a:xfrm>
            <a:off x="4971883" y="137687"/>
            <a:ext cx="22479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a:solidFill>
                  <a:schemeClr val="lt1"/>
                </a:solidFill>
                <a:latin typeface="Arial"/>
                <a:ea typeface="Arial"/>
                <a:cs typeface="Arial"/>
                <a:sym typeface="Arial"/>
              </a:rPr>
              <a:t>Feedback Rubric</a:t>
            </a:r>
            <a:endParaRPr/>
          </a:p>
        </p:txBody>
      </p:sp>
      <p:graphicFrame>
        <p:nvGraphicFramePr>
          <p:cNvPr id="596" name="Google Shape;596;p21"/>
          <p:cNvGraphicFramePr/>
          <p:nvPr/>
        </p:nvGraphicFramePr>
        <p:xfrm>
          <a:off x="659422" y="507019"/>
          <a:ext cx="11289325" cy="5972825"/>
        </p:xfrm>
        <a:graphic>
          <a:graphicData uri="http://schemas.openxmlformats.org/drawingml/2006/table">
            <a:tbl>
              <a:tblPr firstRow="1" bandRow="1">
                <a:noFill/>
                <a:tableStyleId>{7FB279D3-E1D9-4619-B171-F6227F3B06D3}</a:tableStyleId>
              </a:tblPr>
              <a:tblGrid>
                <a:gridCol w="1195750">
                  <a:extLst>
                    <a:ext uri="{9D8B030D-6E8A-4147-A177-3AD203B41FA5}">
                      <a16:colId xmlns:a16="http://schemas.microsoft.com/office/drawing/2014/main" val="20000"/>
                    </a:ext>
                  </a:extLst>
                </a:gridCol>
                <a:gridCol w="1573825">
                  <a:extLst>
                    <a:ext uri="{9D8B030D-6E8A-4147-A177-3AD203B41FA5}">
                      <a16:colId xmlns:a16="http://schemas.microsoft.com/office/drawing/2014/main" val="20001"/>
                    </a:ext>
                  </a:extLst>
                </a:gridCol>
                <a:gridCol w="2048600">
                  <a:extLst>
                    <a:ext uri="{9D8B030D-6E8A-4147-A177-3AD203B41FA5}">
                      <a16:colId xmlns:a16="http://schemas.microsoft.com/office/drawing/2014/main" val="20002"/>
                    </a:ext>
                  </a:extLst>
                </a:gridCol>
                <a:gridCol w="2004650">
                  <a:extLst>
                    <a:ext uri="{9D8B030D-6E8A-4147-A177-3AD203B41FA5}">
                      <a16:colId xmlns:a16="http://schemas.microsoft.com/office/drawing/2014/main" val="20003"/>
                    </a:ext>
                  </a:extLst>
                </a:gridCol>
                <a:gridCol w="2013450">
                  <a:extLst>
                    <a:ext uri="{9D8B030D-6E8A-4147-A177-3AD203B41FA5}">
                      <a16:colId xmlns:a16="http://schemas.microsoft.com/office/drawing/2014/main" val="20004"/>
                    </a:ext>
                  </a:extLst>
                </a:gridCol>
                <a:gridCol w="2453050">
                  <a:extLst>
                    <a:ext uri="{9D8B030D-6E8A-4147-A177-3AD203B41FA5}">
                      <a16:colId xmlns:a16="http://schemas.microsoft.com/office/drawing/2014/main" val="20005"/>
                    </a:ext>
                  </a:extLst>
                </a:gridCol>
              </a:tblGrid>
              <a:tr h="411725">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Stage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Task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Below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Working Towards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At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Above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668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Investigating &amp; Defining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Explore Solarpunk &amp; Annotate Image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missing or lacks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present with minimal annotations or unclear links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relevant elements and clear connections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insightful comments and detailed connections to sustainability and urban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Future Challenges Reflection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challenges identified,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challenges identified, but explanations are brief or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well-identified with clear reasoning for their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thoroughly analyzed with deep insights and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Mind Map of Key Issues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incomplete or lacks structure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identifies some key issues, but connections are weak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effectively organizes key issues and related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detailed, well-structured, and shows deep analysis of interconnections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5668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Sustainability Analysis (3 Pillars)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sustainability solutions presented,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sustainability solutions identified but not well-supported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well-explained across social, economic, and environmental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highly innovative, well-researched, and linked to real-world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Visual Research of Structures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images collected, no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images collected with minimal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images with clear annotations explaining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relevant images with detailed annotations, showing deep critical thinking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4117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Generating &amp; Designing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Design Brief (Starburst Template)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missing or lacks focus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aspects of the brief are present but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well-structured with clear objectives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detailed, insightful, and demonstrates strong problem-solving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Evaluation Criteria</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evaluation criteria listed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criteria listed but vague or incomplete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relevant evaluation criteria aligned with the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Well-developed, specific criteria that enhance the design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Morphological Matrix &amp; Idea Generation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ideas generated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ideas generated but lack variety or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ideas generated using the matrix</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creative, well-developed ideas that explore multiple innovative solutions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Sketches &amp; Concept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Sketches are missing or lack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sketches with minimal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Detailed sketches with clear labels and explanations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detailed sketches with annotations explaining functionality and sustainability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9"/>
                  </a:ext>
                </a:extLst>
              </a:tr>
              <a:tr h="5668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Producing &amp; Implementing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Final Design (CAD or Sketch)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is incomplete or lacks clarity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design with minimal detail or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well-developed design with appropriate materials and textures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polished, professional-level design with thoughtful annotations and presentation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0"/>
                  </a:ext>
                </a:extLst>
              </a:tr>
              <a:tr h="4117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Planning &amp; Managing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Production Planning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Plan is incomplete or lacks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materials and steps listed but lacks depth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plan outlining materials, tools, and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organized, efficient plan considering alternatives and challenges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5668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Evaluating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Design Reflection &amp; Impact Evaluation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Little or no reflection on design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reflection, but lacks depth or specific improvements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evaluation considering strengths and areas for improvement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Deep analysis of design impact, including ethical, social, and environmental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2"/>
                  </a:ext>
                </a:extLst>
              </a:tr>
            </a:tbl>
          </a:graphicData>
        </a:graphic>
      </p:graphicFrame>
      <p:grpSp>
        <p:nvGrpSpPr>
          <p:cNvPr id="597" name="Google Shape;597;p21"/>
          <p:cNvGrpSpPr/>
          <p:nvPr/>
        </p:nvGrpSpPr>
        <p:grpSpPr>
          <a:xfrm>
            <a:off x="-83523" y="0"/>
            <a:ext cx="493925" cy="6858300"/>
            <a:chOff x="-83523" y="0"/>
            <a:chExt cx="493925" cy="6858300"/>
          </a:xfrm>
        </p:grpSpPr>
        <p:sp>
          <p:nvSpPr>
            <p:cNvPr id="598" name="Google Shape;598;p21"/>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99" name="Google Shape;599;p21"/>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0" name="Google Shape;600;p21"/>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1" name="Google Shape;601;p21"/>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2" name="Google Shape;602;p21"/>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3" name="Google Shape;603;p21"/>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604" name="Google Shape;604;p21"/>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605" name="Google Shape;605;p21"/>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606" name="Google Shape;606;p21"/>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607" name="Google Shape;607;p21"/>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c8b580a-6772-42a3-9bc1-797982c905ae">
      <Terms xmlns="http://schemas.microsoft.com/office/infopath/2007/PartnerControls"/>
    </lcf76f155ced4ddcb4097134ff3c332f>
    <TaxCatchAll xmlns="58d6d869-6257-41d6-b137-cda9c5fef6d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3550DE76F826C459748A46297894ABD" ma:contentTypeVersion="15" ma:contentTypeDescription="Create a new document." ma:contentTypeScope="" ma:versionID="a1baa7808c4b09f321cf35b25fb980a5">
  <xsd:schema xmlns:xsd="http://www.w3.org/2001/XMLSchema" xmlns:xs="http://www.w3.org/2001/XMLSchema" xmlns:p="http://schemas.microsoft.com/office/2006/metadata/properties" xmlns:ns2="5c8b580a-6772-42a3-9bc1-797982c905ae" xmlns:ns3="58d6d869-6257-41d6-b137-cda9c5fef6d1" targetNamespace="http://schemas.microsoft.com/office/2006/metadata/properties" ma:root="true" ma:fieldsID="363e08098a12ea6b54ffce092cb739ec" ns2:_="" ns3:_="">
    <xsd:import namespace="5c8b580a-6772-42a3-9bc1-797982c905ae"/>
    <xsd:import namespace="58d6d869-6257-41d6-b137-cda9c5fef6d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8b580a-6772-42a3-9bc1-797982c905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ea08613-9ebd-4711-a790-4118c8b039c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8d6d869-6257-41d6-b137-cda9c5fef6d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9caf8eb-6d32-4aab-aceb-ffdfdb118ddd}" ma:internalName="TaxCatchAll" ma:showField="CatchAllData" ma:web="58d6d869-6257-41d6-b137-cda9c5fef6d1">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BF776D-4D9E-439F-BA88-8E5E2EE97782}">
  <ds:schemaRefs>
    <ds:schemaRef ds:uri="http://schemas.microsoft.com/office/2006/documentManagement/types"/>
    <ds:schemaRef ds:uri="http://schemas.openxmlformats.org/package/2006/metadata/core-properties"/>
    <ds:schemaRef ds:uri="http://www.w3.org/XML/1998/namespace"/>
    <ds:schemaRef ds:uri="http://purl.org/dc/terms/"/>
    <ds:schemaRef ds:uri="http://purl.org/dc/elements/1.1/"/>
    <ds:schemaRef ds:uri="5c8b580a-6772-42a3-9bc1-797982c905ae"/>
    <ds:schemaRef ds:uri="http://purl.org/dc/dcmitype/"/>
    <ds:schemaRef ds:uri="http://schemas.microsoft.com/office/infopath/2007/PartnerControls"/>
    <ds:schemaRef ds:uri="58d6d869-6257-41d6-b137-cda9c5fef6d1"/>
    <ds:schemaRef ds:uri="http://schemas.microsoft.com/office/2006/metadata/properties"/>
  </ds:schemaRefs>
</ds:datastoreItem>
</file>

<file path=customXml/itemProps2.xml><?xml version="1.0" encoding="utf-8"?>
<ds:datastoreItem xmlns:ds="http://schemas.openxmlformats.org/officeDocument/2006/customXml" ds:itemID="{33ABE336-4643-4601-ADE6-064C6E1119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8b580a-6772-42a3-9bc1-797982c905ae"/>
    <ds:schemaRef ds:uri="58d6d869-6257-41d6-b137-cda9c5fef6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9FFBFFE-5337-4D2D-8BC5-D2885F7AB7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109</TotalTime>
  <Words>3811</Words>
  <Application>Microsoft Office PowerPoint</Application>
  <PresentationFormat>Widescreen</PresentationFormat>
  <Paragraphs>695</Paragraphs>
  <Slides>25</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Play</vt:lpstr>
      <vt:lpstr>Roboto</vt:lpstr>
      <vt:lpstr>Office Theme</vt:lpstr>
      <vt:lpstr>STEM Portfolio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Goals</vt:lpstr>
      <vt:lpstr>Create your design </vt:lpstr>
      <vt:lpstr>Checkpoint: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Peter Murphy</dc:creator>
  <cp:lastModifiedBy>Grace Ladiges</cp:lastModifiedBy>
  <cp:revision>2</cp:revision>
  <dcterms:created xsi:type="dcterms:W3CDTF">2025-01-03T07:18:12Z</dcterms:created>
  <dcterms:modified xsi:type="dcterms:W3CDTF">2026-08-07T02:22:39Z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0x01010053550DE76F826C459748A46297894ABD</vt:lpwstr>
  </property>
</Properties>
</file>